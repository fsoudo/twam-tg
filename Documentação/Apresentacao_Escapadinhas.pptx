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F23CF-53A7-4AFF-BB5A-3AB3E7E92849}" v="52" dt="2026-04-21T13:56:48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6" autoAdjust="0"/>
  </p:normalViewPr>
  <p:slideViewPr>
    <p:cSldViewPr snapToGrid="0" snapToObjects="1">
      <p:cViewPr varScale="1">
        <p:scale>
          <a:sx n="106" d="100"/>
          <a:sy n="106" d="100"/>
        </p:scale>
        <p:origin x="17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Manuel Baião Soudo" userId="7e07c13f-19a2-4207-abd2-28d1ccfbc95b" providerId="ADAL" clId="{3B245164-814C-41B9-89B3-7CB8474EA5F3}"/>
    <pc:docChg chg="custSel modSld">
      <pc:chgData name="Francisco Manuel Baião Soudo" userId="7e07c13f-19a2-4207-abd2-28d1ccfbc95b" providerId="ADAL" clId="{3B245164-814C-41B9-89B3-7CB8474EA5F3}" dt="2026-04-07T18:47:23.273" v="34" actId="27636"/>
      <pc:docMkLst>
        <pc:docMk/>
      </pc:docMkLst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56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57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246" v="32" actId="27636"/>
        <pc:sldMkLst>
          <pc:docMk/>
          <pc:sldMk cId="0" sldId="258"/>
        </pc:sldMkLst>
        <pc:spChg chg="mod">
          <ac:chgData name="Francisco Manuel Baião Soudo" userId="7e07c13f-19a2-4207-abd2-28d1ccfbc95b" providerId="ADAL" clId="{3B245164-814C-41B9-89B3-7CB8474EA5F3}" dt="2026-04-07T18:47:23.246" v="32" actId="276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264" v="33" actId="27636"/>
        <pc:sldMkLst>
          <pc:docMk/>
          <pc:sldMk cId="0" sldId="259"/>
        </pc:sldMkLst>
        <pc:spChg chg="mod">
          <ac:chgData name="Francisco Manuel Baião Soudo" userId="7e07c13f-19a2-4207-abd2-28d1ccfbc95b" providerId="ADAL" clId="{3B245164-814C-41B9-89B3-7CB8474EA5F3}" dt="2026-04-07T18:47:23.264" v="33" actId="27636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60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0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61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62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2"/>
            <ac:spMk id="2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273" v="34" actId="27636"/>
        <pc:sldMkLst>
          <pc:docMk/>
          <pc:sldMk cId="0" sldId="263"/>
        </pc:sldMkLst>
        <pc:spChg chg="mod">
          <ac:chgData name="Francisco Manuel Baião Soudo" userId="7e07c13f-19a2-4207-abd2-28d1ccfbc95b" providerId="ADAL" clId="{3B245164-814C-41B9-89B3-7CB8474EA5F3}" dt="2026-04-07T18:47:23.273" v="34" actId="27636"/>
          <ac:spMkLst>
            <pc:docMk/>
            <pc:sldMk cId="0" sldId="263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64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4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Francisco Manuel Baião Soudo" userId="7e07c13f-19a2-4207-abd2-28d1ccfbc95b" providerId="ADAL" clId="{3B245164-814C-41B9-89B3-7CB8474EA5F3}" dt="2026-04-07T18:47:23.199" v="31" actId="790"/>
        <pc:sldMkLst>
          <pc:docMk/>
          <pc:sldMk cId="0" sldId="265"/>
        </pc:sldMkLst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5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3B245164-814C-41B9-89B3-7CB8474EA5F3}" dt="2026-04-07T18:47:23.199" v="31" actId="790"/>
          <ac:spMkLst>
            <pc:docMk/>
            <pc:sldMk cId="0" sldId="265"/>
            <ac:spMk id="3" creationId="{00000000-0000-0000-0000-000000000000}"/>
          </ac:spMkLst>
        </pc:spChg>
      </pc:sldChg>
    </pc:docChg>
  </pc:docChgLst>
  <pc:docChgLst>
    <pc:chgData name="Francisco Manuel Baião Soudo" userId="7e07c13f-19a2-4207-abd2-28d1ccfbc95b" providerId="ADAL" clId="{D8487F65-BBB1-4DD2-AD5B-9F6C33445B8F}"/>
    <pc:docChg chg="undo custSel addSld modSld">
      <pc:chgData name="Francisco Manuel Baião Soudo" userId="7e07c13f-19a2-4207-abd2-28d1ccfbc95b" providerId="ADAL" clId="{D8487F65-BBB1-4DD2-AD5B-9F6C33445B8F}" dt="2026-04-21T13:55:42.423" v="141" actId="20577"/>
      <pc:docMkLst>
        <pc:docMk/>
      </pc:docMkLst>
      <pc:sldChg chg="addSp delSp modSp mod setBg modAnim">
        <pc:chgData name="Francisco Manuel Baião Soudo" userId="7e07c13f-19a2-4207-abd2-28d1ccfbc95b" providerId="ADAL" clId="{D8487F65-BBB1-4DD2-AD5B-9F6C33445B8F}" dt="2026-04-14T09:45:07.389" v="135"/>
        <pc:sldMkLst>
          <pc:docMk/>
          <pc:sldMk cId="0" sldId="256"/>
        </pc:sldMkLst>
        <pc:spChg chg="mo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20" creationId="{A65AC7D1-EAA9-48F5-B509-60A7F50BF703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22" creationId="{D6320AF9-619A-4175-865B-5663E1AEF4C5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28" creationId="{7E018740-5C2B-4A41-AC1A-7E68D1EC1954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0" creationId="{166F75A4-C475-4941-8EE2-B80A06A2C1BB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2" creationId="{A032553A-72E8-4B0D-8405-FF9771C9AF05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4" creationId="{765800AC-C3B9-498E-87BC-29FAE4C76B21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6" creationId="{1F9D6ACB-2FF4-49F9-978A-E0D5327FC635}"/>
          </ac:spMkLst>
        </pc:spChg>
        <pc:spChg chg="add">
          <ac:chgData name="Francisco Manuel Baião Soudo" userId="7e07c13f-19a2-4207-abd2-28d1ccfbc95b" providerId="ADAL" clId="{D8487F65-BBB1-4DD2-AD5B-9F6C33445B8F}" dt="2026-04-14T09:18:54.532" v="10" actId="26606"/>
          <ac:spMkLst>
            <pc:docMk/>
            <pc:sldMk cId="0" sldId="256"/>
            <ac:spMk id="38" creationId="{142BFA2A-77A0-4F60-A32A-685681C84889}"/>
          </ac:spMkLst>
        </pc:spChg>
      </pc:sldChg>
      <pc:sldChg chg="addSp delSp modSp mod setBg modAnim">
        <pc:chgData name="Francisco Manuel Baião Soudo" userId="7e07c13f-19a2-4207-abd2-28d1ccfbc95b" providerId="ADAL" clId="{D8487F65-BBB1-4DD2-AD5B-9F6C33445B8F}" dt="2026-04-14T09:42:00.801" v="123"/>
        <pc:sldMkLst>
          <pc:docMk/>
          <pc:sldMk cId="0" sldId="257"/>
        </pc:sldMkLst>
        <pc:spChg chg="mod">
          <ac:chgData name="Francisco Manuel Baião Soudo" userId="7e07c13f-19a2-4207-abd2-28d1ccfbc95b" providerId="ADAL" clId="{D8487F65-BBB1-4DD2-AD5B-9F6C33445B8F}" dt="2026-04-14T09:19:31.647" v="12" actId="26606"/>
          <ac:spMkLst>
            <pc:docMk/>
            <pc:sldMk cId="0" sldId="257"/>
            <ac:spMk id="2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19:31.647" v="12" actId="26606"/>
          <ac:spMkLst>
            <pc:docMk/>
            <pc:sldMk cId="0" sldId="257"/>
            <ac:spMk id="27" creationId="{14D16F1A-5D78-4402-81FF-31A98AFD6BBD}"/>
          </ac:spMkLst>
        </pc:spChg>
        <pc:spChg chg="add">
          <ac:chgData name="Francisco Manuel Baião Soudo" userId="7e07c13f-19a2-4207-abd2-28d1ccfbc95b" providerId="ADAL" clId="{D8487F65-BBB1-4DD2-AD5B-9F6C33445B8F}" dt="2026-04-14T09:19:31.647" v="12" actId="26606"/>
          <ac:spMkLst>
            <pc:docMk/>
            <pc:sldMk cId="0" sldId="257"/>
            <ac:spMk id="29" creationId="{1B2FB7F0-6A45-43E8-88A7-48E46E6D48CA}"/>
          </ac:spMkLst>
        </pc:spChg>
        <pc:spChg chg="add">
          <ac:chgData name="Francisco Manuel Baião Soudo" userId="7e07c13f-19a2-4207-abd2-28d1ccfbc95b" providerId="ADAL" clId="{D8487F65-BBB1-4DD2-AD5B-9F6C33445B8F}" dt="2026-04-14T09:19:31.647" v="12" actId="26606"/>
          <ac:spMkLst>
            <pc:docMk/>
            <pc:sldMk cId="0" sldId="257"/>
            <ac:spMk id="31" creationId="{6BA9C607-662B-4FBB-A3F3-CF593AD736CD}"/>
          </ac:spMkLst>
        </pc:spChg>
        <pc:graphicFrameChg chg="add mod modGraphic">
          <ac:chgData name="Francisco Manuel Baião Soudo" userId="7e07c13f-19a2-4207-abd2-28d1ccfbc95b" providerId="ADAL" clId="{D8487F65-BBB1-4DD2-AD5B-9F6C33445B8F}" dt="2026-04-14T09:19:31.647" v="12" actId="26606"/>
          <ac:graphicFrameMkLst>
            <pc:docMk/>
            <pc:sldMk cId="0" sldId="257"/>
            <ac:graphicFrameMk id="5" creationId="{09972A47-621F-E608-7F1B-E46F71934C85}"/>
          </ac:graphicFrameMkLst>
        </pc:graphicFrameChg>
      </pc:sldChg>
      <pc:sldChg chg="addSp modSp mod setBg modAnim">
        <pc:chgData name="Francisco Manuel Baião Soudo" userId="7e07c13f-19a2-4207-abd2-28d1ccfbc95b" providerId="ADAL" clId="{D8487F65-BBB1-4DD2-AD5B-9F6C33445B8F}" dt="2026-04-14T09:42:04.872" v="124"/>
        <pc:sldMkLst>
          <pc:docMk/>
          <pc:sldMk cId="0" sldId="258"/>
        </pc:sldMkLst>
        <pc:spChg chg="mod">
          <ac:chgData name="Francisco Manuel Baião Soudo" userId="7e07c13f-19a2-4207-abd2-28d1ccfbc95b" providerId="ADAL" clId="{D8487F65-BBB1-4DD2-AD5B-9F6C33445B8F}" dt="2026-04-14T09:19:59.116" v="13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19:59.116" v="13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19:59.116" v="13" actId="26606"/>
          <ac:spMkLst>
            <pc:docMk/>
            <pc:sldMk cId="0" sldId="258"/>
            <ac:spMk id="8" creationId="{603AE127-802C-459A-A612-DB85B67F0DC0}"/>
          </ac:spMkLst>
        </pc:spChg>
        <pc:spChg chg="add">
          <ac:chgData name="Francisco Manuel Baião Soudo" userId="7e07c13f-19a2-4207-abd2-28d1ccfbc95b" providerId="ADAL" clId="{D8487F65-BBB1-4DD2-AD5B-9F6C33445B8F}" dt="2026-04-14T09:19:59.116" v="13" actId="26606"/>
          <ac:spMkLst>
            <pc:docMk/>
            <pc:sldMk cId="0" sldId="258"/>
            <ac:spMk id="10" creationId="{9323D83D-50D6-4040-A58B-FCEA340F886A}"/>
          </ac:spMkLst>
        </pc:spChg>
        <pc:spChg chg="add">
          <ac:chgData name="Francisco Manuel Baião Soudo" userId="7e07c13f-19a2-4207-abd2-28d1ccfbc95b" providerId="ADAL" clId="{D8487F65-BBB1-4DD2-AD5B-9F6C33445B8F}" dt="2026-04-14T09:19:59.116" v="13" actId="26606"/>
          <ac:spMkLst>
            <pc:docMk/>
            <pc:sldMk cId="0" sldId="258"/>
            <ac:spMk id="14" creationId="{F10FD715-4DCE-4779-B634-EC78315EA213}"/>
          </ac:spMkLst>
        </pc:spChg>
        <pc:cxnChg chg="add">
          <ac:chgData name="Francisco Manuel Baião Soudo" userId="7e07c13f-19a2-4207-abd2-28d1ccfbc95b" providerId="ADAL" clId="{D8487F65-BBB1-4DD2-AD5B-9F6C33445B8F}" dt="2026-04-14T09:19:59.116" v="13" actId="26606"/>
          <ac:cxnSpMkLst>
            <pc:docMk/>
            <pc:sldMk cId="0" sldId="258"/>
            <ac:cxnSpMk id="12" creationId="{1A1FE6BB-DFB2-4080-9B5E-076EF5DDE67B}"/>
          </ac:cxnSpMkLst>
        </pc:cxnChg>
      </pc:sldChg>
      <pc:sldChg chg="addSp delSp modSp mod setBg modAnim">
        <pc:chgData name="Francisco Manuel Baião Soudo" userId="7e07c13f-19a2-4207-abd2-28d1ccfbc95b" providerId="ADAL" clId="{D8487F65-BBB1-4DD2-AD5B-9F6C33445B8F}" dt="2026-04-14T09:42:08.767" v="125"/>
        <pc:sldMkLst>
          <pc:docMk/>
          <pc:sldMk cId="0" sldId="259"/>
        </pc:sldMkLst>
        <pc:spChg chg="mod">
          <ac:chgData name="Francisco Manuel Baião Soudo" userId="7e07c13f-19a2-4207-abd2-28d1ccfbc95b" providerId="ADAL" clId="{D8487F65-BBB1-4DD2-AD5B-9F6C33445B8F}" dt="2026-04-14T09:20:17.854" v="14" actId="26606"/>
          <ac:spMkLst>
            <pc:docMk/>
            <pc:sldMk cId="0" sldId="259"/>
            <ac:spMk id="2" creationId="{00000000-0000-0000-0000-000000000000}"/>
          </ac:spMkLst>
        </pc:spChg>
        <pc:graphicFrameChg chg="add">
          <ac:chgData name="Francisco Manuel Baião Soudo" userId="7e07c13f-19a2-4207-abd2-28d1ccfbc95b" providerId="ADAL" clId="{D8487F65-BBB1-4DD2-AD5B-9F6C33445B8F}" dt="2026-04-14T09:20:17.854" v="14" actId="26606"/>
          <ac:graphicFrameMkLst>
            <pc:docMk/>
            <pc:sldMk cId="0" sldId="259"/>
            <ac:graphicFrameMk id="5" creationId="{4965180C-5973-6D96-33FF-F05CD99C61F1}"/>
          </ac:graphicFrameMkLst>
        </pc:graphicFrameChg>
      </pc:sldChg>
      <pc:sldChg chg="addSp modSp mod setBg modAnim modNotesTx">
        <pc:chgData name="Francisco Manuel Baião Soudo" userId="7e07c13f-19a2-4207-abd2-28d1ccfbc95b" providerId="ADAL" clId="{D8487F65-BBB1-4DD2-AD5B-9F6C33445B8F}" dt="2026-04-21T13:52:17.439" v="136" actId="20577"/>
        <pc:sldMkLst>
          <pc:docMk/>
          <pc:sldMk cId="0" sldId="260"/>
        </pc:sldMkLst>
        <pc:spChg chg="mod">
          <ac:chgData name="Francisco Manuel Baião Soudo" userId="7e07c13f-19a2-4207-abd2-28d1ccfbc95b" providerId="ADAL" clId="{D8487F65-BBB1-4DD2-AD5B-9F6C33445B8F}" dt="2026-04-14T09:20:29.500" v="15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20:29.500" v="15" actId="26606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Francisco Manuel Baião Soudo" userId="7e07c13f-19a2-4207-abd2-28d1ccfbc95b" providerId="ADAL" clId="{D8487F65-BBB1-4DD2-AD5B-9F6C33445B8F}" dt="2026-04-14T09:36:51.369" v="107" actId="1076"/>
          <ac:spMkLst>
            <pc:docMk/>
            <pc:sldMk cId="0" sldId="260"/>
            <ac:spMk id="4" creationId="{680DE10F-FB46-FA69-2278-5DC9A25864C4}"/>
          </ac:spMkLst>
        </pc:spChg>
        <pc:cxnChg chg="add">
          <ac:chgData name="Francisco Manuel Baião Soudo" userId="7e07c13f-19a2-4207-abd2-28d1ccfbc95b" providerId="ADAL" clId="{D8487F65-BBB1-4DD2-AD5B-9F6C33445B8F}" dt="2026-04-14T09:20:29.500" v="15" actId="26606"/>
          <ac:cxnSpMkLst>
            <pc:docMk/>
            <pc:sldMk cId="0" sldId="260"/>
            <ac:cxnSpMk id="8" creationId="{0B5F7E3B-C5F1-40E0-A491-558BAFBC1127}"/>
          </ac:cxnSpMkLst>
        </pc:cxnChg>
      </pc:sldChg>
      <pc:sldChg chg="addSp delSp modSp mod setBg modAnim">
        <pc:chgData name="Francisco Manuel Baião Soudo" userId="7e07c13f-19a2-4207-abd2-28d1ccfbc95b" providerId="ADAL" clId="{D8487F65-BBB1-4DD2-AD5B-9F6C33445B8F}" dt="2026-04-14T09:42:25.472" v="130"/>
        <pc:sldMkLst>
          <pc:docMk/>
          <pc:sldMk cId="0" sldId="261"/>
        </pc:sldMkLst>
        <pc:spChg chg="mod">
          <ac:chgData name="Francisco Manuel Baião Soudo" userId="7e07c13f-19a2-4207-abd2-28d1ccfbc95b" providerId="ADAL" clId="{D8487F65-BBB1-4DD2-AD5B-9F6C33445B8F}" dt="2026-04-14T09:20:45.284" v="16" actId="26606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Francisco Manuel Baião Soudo" userId="7e07c13f-19a2-4207-abd2-28d1ccfbc95b" providerId="ADAL" clId="{D8487F65-BBB1-4DD2-AD5B-9F6C33445B8F}" dt="2026-04-14T09:39:40.317" v="117" actId="1076"/>
          <ac:spMkLst>
            <pc:docMk/>
            <pc:sldMk cId="0" sldId="261"/>
            <ac:spMk id="4" creationId="{7647B3C0-AEE0-7049-D517-496E9965C2CF}"/>
          </ac:spMkLst>
        </pc:spChg>
        <pc:spChg chg="add">
          <ac:chgData name="Francisco Manuel Baião Soudo" userId="7e07c13f-19a2-4207-abd2-28d1ccfbc95b" providerId="ADAL" clId="{D8487F65-BBB1-4DD2-AD5B-9F6C33445B8F}" dt="2026-04-14T09:20:45.284" v="16" actId="26606"/>
          <ac:spMkLst>
            <pc:docMk/>
            <pc:sldMk cId="0" sldId="261"/>
            <ac:spMk id="9" creationId="{14D16F1A-5D78-4402-81FF-31A98AFD6BBD}"/>
          </ac:spMkLst>
        </pc:spChg>
        <pc:spChg chg="add">
          <ac:chgData name="Francisco Manuel Baião Soudo" userId="7e07c13f-19a2-4207-abd2-28d1ccfbc95b" providerId="ADAL" clId="{D8487F65-BBB1-4DD2-AD5B-9F6C33445B8F}" dt="2026-04-14T09:20:45.284" v="16" actId="26606"/>
          <ac:spMkLst>
            <pc:docMk/>
            <pc:sldMk cId="0" sldId="261"/>
            <ac:spMk id="11" creationId="{1B2FB7F0-6A45-43E8-88A7-48E46E6D48CA}"/>
          </ac:spMkLst>
        </pc:spChg>
        <pc:spChg chg="add">
          <ac:chgData name="Francisco Manuel Baião Soudo" userId="7e07c13f-19a2-4207-abd2-28d1ccfbc95b" providerId="ADAL" clId="{D8487F65-BBB1-4DD2-AD5B-9F6C33445B8F}" dt="2026-04-14T09:20:45.284" v="16" actId="26606"/>
          <ac:spMkLst>
            <pc:docMk/>
            <pc:sldMk cId="0" sldId="261"/>
            <ac:spMk id="13" creationId="{6BA9C607-662B-4FBB-A3F3-CF593AD736CD}"/>
          </ac:spMkLst>
        </pc:spChg>
        <pc:graphicFrameChg chg="add mod">
          <ac:chgData name="Francisco Manuel Baião Soudo" userId="7e07c13f-19a2-4207-abd2-28d1ccfbc95b" providerId="ADAL" clId="{D8487F65-BBB1-4DD2-AD5B-9F6C33445B8F}" dt="2026-04-14T09:39:17.422" v="108" actId="1076"/>
          <ac:graphicFrameMkLst>
            <pc:docMk/>
            <pc:sldMk cId="0" sldId="261"/>
            <ac:graphicFrameMk id="5" creationId="{6408324D-5C8C-E3E1-72CB-1A3382D729D8}"/>
          </ac:graphicFrameMkLst>
        </pc:graphicFrameChg>
      </pc:sldChg>
      <pc:sldChg chg="addSp delSp modSp mod setBg modAnim">
        <pc:chgData name="Francisco Manuel Baião Soudo" userId="7e07c13f-19a2-4207-abd2-28d1ccfbc95b" providerId="ADAL" clId="{D8487F65-BBB1-4DD2-AD5B-9F6C33445B8F}" dt="2026-04-14T09:42:58.100" v="131"/>
        <pc:sldMkLst>
          <pc:docMk/>
          <pc:sldMk cId="0" sldId="262"/>
        </pc:sldMkLst>
        <pc:spChg chg="mod">
          <ac:chgData name="Francisco Manuel Baião Soudo" userId="7e07c13f-19a2-4207-abd2-28d1ccfbc95b" providerId="ADAL" clId="{D8487F65-BBB1-4DD2-AD5B-9F6C33445B8F}" dt="2026-04-14T09:20:53.512" v="17" actId="26606"/>
          <ac:spMkLst>
            <pc:docMk/>
            <pc:sldMk cId="0" sldId="262"/>
            <ac:spMk id="2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20:53.512" v="17" actId="26606"/>
          <ac:spMkLst>
            <pc:docMk/>
            <pc:sldMk cId="0" sldId="262"/>
            <ac:spMk id="9" creationId="{14D16F1A-5D78-4402-81FF-31A98AFD6BBD}"/>
          </ac:spMkLst>
        </pc:spChg>
        <pc:spChg chg="add">
          <ac:chgData name="Francisco Manuel Baião Soudo" userId="7e07c13f-19a2-4207-abd2-28d1ccfbc95b" providerId="ADAL" clId="{D8487F65-BBB1-4DD2-AD5B-9F6C33445B8F}" dt="2026-04-14T09:20:53.512" v="17" actId="26606"/>
          <ac:spMkLst>
            <pc:docMk/>
            <pc:sldMk cId="0" sldId="262"/>
            <ac:spMk id="11" creationId="{1B2FB7F0-6A45-43E8-88A7-48E46E6D48CA}"/>
          </ac:spMkLst>
        </pc:spChg>
        <pc:spChg chg="add">
          <ac:chgData name="Francisco Manuel Baião Soudo" userId="7e07c13f-19a2-4207-abd2-28d1ccfbc95b" providerId="ADAL" clId="{D8487F65-BBB1-4DD2-AD5B-9F6C33445B8F}" dt="2026-04-14T09:20:53.512" v="17" actId="26606"/>
          <ac:spMkLst>
            <pc:docMk/>
            <pc:sldMk cId="0" sldId="262"/>
            <ac:spMk id="13" creationId="{6BA9C607-662B-4FBB-A3F3-CF593AD736CD}"/>
          </ac:spMkLst>
        </pc:spChg>
        <pc:graphicFrameChg chg="add">
          <ac:chgData name="Francisco Manuel Baião Soudo" userId="7e07c13f-19a2-4207-abd2-28d1ccfbc95b" providerId="ADAL" clId="{D8487F65-BBB1-4DD2-AD5B-9F6C33445B8F}" dt="2026-04-14T09:20:53.512" v="17" actId="26606"/>
          <ac:graphicFrameMkLst>
            <pc:docMk/>
            <pc:sldMk cId="0" sldId="262"/>
            <ac:graphicFrameMk id="5" creationId="{4FA9234D-2451-A232-A5BA-2F3D653C4901}"/>
          </ac:graphicFrameMkLst>
        </pc:graphicFrameChg>
      </pc:sldChg>
      <pc:sldChg chg="addSp modSp mod setBg modAnim">
        <pc:chgData name="Francisco Manuel Baião Soudo" userId="7e07c13f-19a2-4207-abd2-28d1ccfbc95b" providerId="ADAL" clId="{D8487F65-BBB1-4DD2-AD5B-9F6C33445B8F}" dt="2026-04-14T09:43:00.799" v="132"/>
        <pc:sldMkLst>
          <pc:docMk/>
          <pc:sldMk cId="0" sldId="263"/>
        </pc:sldMkLst>
        <pc:spChg chg="mod">
          <ac:chgData name="Francisco Manuel Baião Soudo" userId="7e07c13f-19a2-4207-abd2-28d1ccfbc95b" providerId="ADAL" clId="{D8487F65-BBB1-4DD2-AD5B-9F6C33445B8F}" dt="2026-04-14T09:21:01.715" v="18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21:01.715" v="18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21:01.715" v="18" actId="26606"/>
          <ac:spMkLst>
            <pc:docMk/>
            <pc:sldMk cId="0" sldId="263"/>
            <ac:spMk id="8" creationId="{603AE127-802C-459A-A612-DB85B67F0DC0}"/>
          </ac:spMkLst>
        </pc:spChg>
        <pc:spChg chg="add">
          <ac:chgData name="Francisco Manuel Baião Soudo" userId="7e07c13f-19a2-4207-abd2-28d1ccfbc95b" providerId="ADAL" clId="{D8487F65-BBB1-4DD2-AD5B-9F6C33445B8F}" dt="2026-04-14T09:21:01.715" v="18" actId="26606"/>
          <ac:spMkLst>
            <pc:docMk/>
            <pc:sldMk cId="0" sldId="263"/>
            <ac:spMk id="10" creationId="{9323D83D-50D6-4040-A58B-FCEA340F886A}"/>
          </ac:spMkLst>
        </pc:spChg>
        <pc:spChg chg="add">
          <ac:chgData name="Francisco Manuel Baião Soudo" userId="7e07c13f-19a2-4207-abd2-28d1ccfbc95b" providerId="ADAL" clId="{D8487F65-BBB1-4DD2-AD5B-9F6C33445B8F}" dt="2026-04-14T09:21:01.715" v="18" actId="26606"/>
          <ac:spMkLst>
            <pc:docMk/>
            <pc:sldMk cId="0" sldId="263"/>
            <ac:spMk id="14" creationId="{F10FD715-4DCE-4779-B634-EC78315EA213}"/>
          </ac:spMkLst>
        </pc:spChg>
        <pc:cxnChg chg="add">
          <ac:chgData name="Francisco Manuel Baião Soudo" userId="7e07c13f-19a2-4207-abd2-28d1ccfbc95b" providerId="ADAL" clId="{D8487F65-BBB1-4DD2-AD5B-9F6C33445B8F}" dt="2026-04-14T09:21:01.715" v="18" actId="26606"/>
          <ac:cxnSpMkLst>
            <pc:docMk/>
            <pc:sldMk cId="0" sldId="263"/>
            <ac:cxnSpMk id="12" creationId="{1A1FE6BB-DFB2-4080-9B5E-076EF5DDE67B}"/>
          </ac:cxnSpMkLst>
        </pc:cxnChg>
      </pc:sldChg>
      <pc:sldChg chg="addSp modSp mod setBg modAnim">
        <pc:chgData name="Francisco Manuel Baião Soudo" userId="7e07c13f-19a2-4207-abd2-28d1ccfbc95b" providerId="ADAL" clId="{D8487F65-BBB1-4DD2-AD5B-9F6C33445B8F}" dt="2026-04-14T09:43:03.393" v="133"/>
        <pc:sldMkLst>
          <pc:docMk/>
          <pc:sldMk cId="0" sldId="264"/>
        </pc:sldMkLst>
        <pc:spChg chg="mod">
          <ac:chgData name="Francisco Manuel Baião Soudo" userId="7e07c13f-19a2-4207-abd2-28d1ccfbc95b" providerId="ADAL" clId="{D8487F65-BBB1-4DD2-AD5B-9F6C33445B8F}" dt="2026-04-14T09:21:14.586" v="19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21:14.586" v="19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21:14.586" v="19" actId="26606"/>
          <ac:spMkLst>
            <pc:docMk/>
            <pc:sldMk cId="0" sldId="264"/>
            <ac:spMk id="8" creationId="{86C16C40-7C29-4ACC-B851-7E08E459B596}"/>
          </ac:spMkLst>
        </pc:spChg>
        <pc:grpChg chg="add">
          <ac:chgData name="Francisco Manuel Baião Soudo" userId="7e07c13f-19a2-4207-abd2-28d1ccfbc95b" providerId="ADAL" clId="{D8487F65-BBB1-4DD2-AD5B-9F6C33445B8F}" dt="2026-04-14T09:21:14.586" v="19" actId="26606"/>
          <ac:grpSpMkLst>
            <pc:docMk/>
            <pc:sldMk cId="0" sldId="264"/>
            <ac:grpSpMk id="10" creationId="{C8C7BCF2-9254-495D-8120-F4C32A172F59}"/>
          </ac:grpSpMkLst>
        </pc:grpChg>
      </pc:sldChg>
      <pc:sldChg chg="addSp modSp mod setBg modAnim">
        <pc:chgData name="Francisco Manuel Baião Soudo" userId="7e07c13f-19a2-4207-abd2-28d1ccfbc95b" providerId="ADAL" clId="{D8487F65-BBB1-4DD2-AD5B-9F6C33445B8F}" dt="2026-04-14T09:43:06.238" v="134"/>
        <pc:sldMkLst>
          <pc:docMk/>
          <pc:sldMk cId="0" sldId="265"/>
        </pc:sldMkLst>
        <pc:spChg chg="mod">
          <ac:chgData name="Francisco Manuel Baião Soudo" userId="7e07c13f-19a2-4207-abd2-28d1ccfbc95b" providerId="ADAL" clId="{D8487F65-BBB1-4DD2-AD5B-9F6C33445B8F}" dt="2026-04-14T09:21:19.489" v="20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Francisco Manuel Baião Soudo" userId="7e07c13f-19a2-4207-abd2-28d1ccfbc95b" providerId="ADAL" clId="{D8487F65-BBB1-4DD2-AD5B-9F6C33445B8F}" dt="2026-04-14T09:21:19.489" v="20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Francisco Manuel Baião Soudo" userId="7e07c13f-19a2-4207-abd2-28d1ccfbc95b" providerId="ADAL" clId="{D8487F65-BBB1-4DD2-AD5B-9F6C33445B8F}" dt="2026-04-14T09:21:19.489" v="20" actId="26606"/>
          <ac:spMkLst>
            <pc:docMk/>
            <pc:sldMk cId="0" sldId="265"/>
            <ac:spMk id="8" creationId="{603AE127-802C-459A-A612-DB85B67F0DC0}"/>
          </ac:spMkLst>
        </pc:spChg>
        <pc:spChg chg="add">
          <ac:chgData name="Francisco Manuel Baião Soudo" userId="7e07c13f-19a2-4207-abd2-28d1ccfbc95b" providerId="ADAL" clId="{D8487F65-BBB1-4DD2-AD5B-9F6C33445B8F}" dt="2026-04-14T09:21:19.489" v="20" actId="26606"/>
          <ac:spMkLst>
            <pc:docMk/>
            <pc:sldMk cId="0" sldId="265"/>
            <ac:spMk id="10" creationId="{9323D83D-50D6-4040-A58B-FCEA340F886A}"/>
          </ac:spMkLst>
        </pc:spChg>
        <pc:spChg chg="add">
          <ac:chgData name="Francisco Manuel Baião Soudo" userId="7e07c13f-19a2-4207-abd2-28d1ccfbc95b" providerId="ADAL" clId="{D8487F65-BBB1-4DD2-AD5B-9F6C33445B8F}" dt="2026-04-14T09:21:19.489" v="20" actId="26606"/>
          <ac:spMkLst>
            <pc:docMk/>
            <pc:sldMk cId="0" sldId="265"/>
            <ac:spMk id="14" creationId="{F10FD715-4DCE-4779-B634-EC78315EA213}"/>
          </ac:spMkLst>
        </pc:spChg>
        <pc:cxnChg chg="add">
          <ac:chgData name="Francisco Manuel Baião Soudo" userId="7e07c13f-19a2-4207-abd2-28d1ccfbc95b" providerId="ADAL" clId="{D8487F65-BBB1-4DD2-AD5B-9F6C33445B8F}" dt="2026-04-14T09:21:19.489" v="20" actId="26606"/>
          <ac:cxnSpMkLst>
            <pc:docMk/>
            <pc:sldMk cId="0" sldId="265"/>
            <ac:cxnSpMk id="12" creationId="{1A1FE6BB-DFB2-4080-9B5E-076EF5DDE67B}"/>
          </ac:cxnSpMkLst>
        </pc:cxnChg>
      </pc:sldChg>
      <pc:sldChg chg="addSp delSp modSp new mod modAnim">
        <pc:chgData name="Francisco Manuel Baião Soudo" userId="7e07c13f-19a2-4207-abd2-28d1ccfbc95b" providerId="ADAL" clId="{D8487F65-BBB1-4DD2-AD5B-9F6C33445B8F}" dt="2026-04-14T09:42:16.288" v="127"/>
        <pc:sldMkLst>
          <pc:docMk/>
          <pc:sldMk cId="3388773086" sldId="266"/>
        </pc:sldMkLst>
        <pc:spChg chg="mod">
          <ac:chgData name="Francisco Manuel Baião Soudo" userId="7e07c13f-19a2-4207-abd2-28d1ccfbc95b" providerId="ADAL" clId="{D8487F65-BBB1-4DD2-AD5B-9F6C33445B8F}" dt="2026-04-14T09:24:10.692" v="23" actId="20577"/>
          <ac:spMkLst>
            <pc:docMk/>
            <pc:sldMk cId="3388773086" sldId="266"/>
            <ac:spMk id="2" creationId="{0F74533D-3F61-A35B-1BC4-D5749A23E2C5}"/>
          </ac:spMkLst>
        </pc:spChg>
        <pc:spChg chg="add mod">
          <ac:chgData name="Francisco Manuel Baião Soudo" userId="7e07c13f-19a2-4207-abd2-28d1ccfbc95b" providerId="ADAL" clId="{D8487F65-BBB1-4DD2-AD5B-9F6C33445B8F}" dt="2026-04-14T09:35:56.106" v="103"/>
          <ac:spMkLst>
            <pc:docMk/>
            <pc:sldMk cId="3388773086" sldId="266"/>
            <ac:spMk id="9" creationId="{FE70B014-B3A6-3B29-38B3-1BA0E5251C70}"/>
          </ac:spMkLst>
        </pc:spChg>
        <pc:picChg chg="add mod ord">
          <ac:chgData name="Francisco Manuel Baião Soudo" userId="7e07c13f-19a2-4207-abd2-28d1ccfbc95b" providerId="ADAL" clId="{D8487F65-BBB1-4DD2-AD5B-9F6C33445B8F}" dt="2026-04-14T09:24:46.323" v="28"/>
          <ac:picMkLst>
            <pc:docMk/>
            <pc:sldMk cId="3388773086" sldId="266"/>
            <ac:picMk id="7" creationId="{4EDE373A-5F66-6431-D825-E8395ABB3A02}"/>
          </ac:picMkLst>
        </pc:picChg>
      </pc:sldChg>
      <pc:sldChg chg="addSp delSp modSp new mod modAnim modNotesTx">
        <pc:chgData name="Francisco Manuel Baião Soudo" userId="7e07c13f-19a2-4207-abd2-28d1ccfbc95b" providerId="ADAL" clId="{D8487F65-BBB1-4DD2-AD5B-9F6C33445B8F}" dt="2026-04-21T13:55:42.423" v="141" actId="20577"/>
        <pc:sldMkLst>
          <pc:docMk/>
          <pc:sldMk cId="1881396879" sldId="267"/>
        </pc:sldMkLst>
        <pc:spChg chg="mod">
          <ac:chgData name="Francisco Manuel Baião Soudo" userId="7e07c13f-19a2-4207-abd2-28d1ccfbc95b" providerId="ADAL" clId="{D8487F65-BBB1-4DD2-AD5B-9F6C33445B8F}" dt="2026-04-14T09:26:31.822" v="51" actId="20577"/>
          <ac:spMkLst>
            <pc:docMk/>
            <pc:sldMk cId="1881396879" sldId="267"/>
            <ac:spMk id="2" creationId="{126C05E1-B434-DB6B-9791-8828F5DB3E3B}"/>
          </ac:spMkLst>
        </pc:spChg>
        <pc:spChg chg="add mod">
          <ac:chgData name="Francisco Manuel Baião Soudo" userId="7e07c13f-19a2-4207-abd2-28d1ccfbc95b" providerId="ADAL" clId="{D8487F65-BBB1-4DD2-AD5B-9F6C33445B8F}" dt="2026-04-14T09:34:03.806" v="98" actId="20577"/>
          <ac:spMkLst>
            <pc:docMk/>
            <pc:sldMk cId="1881396879" sldId="267"/>
            <ac:spMk id="12" creationId="{92A24D69-5905-B010-01D0-6FCEFF7A7A82}"/>
          </ac:spMkLst>
        </pc:spChg>
        <pc:spChg chg="add mod">
          <ac:chgData name="Francisco Manuel Baião Soudo" userId="7e07c13f-19a2-4207-abd2-28d1ccfbc95b" providerId="ADAL" clId="{D8487F65-BBB1-4DD2-AD5B-9F6C33445B8F}" dt="2026-04-14T09:35:50.166" v="101" actId="14100"/>
          <ac:spMkLst>
            <pc:docMk/>
            <pc:sldMk cId="1881396879" sldId="267"/>
            <ac:spMk id="13" creationId="{ED66335E-22F5-7C5B-6316-7DC0E00AD263}"/>
          </ac:spMkLst>
        </pc:spChg>
        <pc:picChg chg="add mod">
          <ac:chgData name="Francisco Manuel Baião Soudo" userId="7e07c13f-19a2-4207-abd2-28d1ccfbc95b" providerId="ADAL" clId="{D8487F65-BBB1-4DD2-AD5B-9F6C33445B8F}" dt="2026-04-14T09:33:33.623" v="78" actId="1076"/>
          <ac:picMkLst>
            <pc:docMk/>
            <pc:sldMk cId="1881396879" sldId="267"/>
            <ac:picMk id="9" creationId="{B8BE204F-DA42-397F-755E-48A6B6B2596B}"/>
          </ac:picMkLst>
        </pc:picChg>
        <pc:picChg chg="add mod">
          <ac:chgData name="Francisco Manuel Baião Soudo" userId="7e07c13f-19a2-4207-abd2-28d1ccfbc95b" providerId="ADAL" clId="{D8487F65-BBB1-4DD2-AD5B-9F6C33445B8F}" dt="2026-04-14T09:33:41.959" v="79" actId="14100"/>
          <ac:picMkLst>
            <pc:docMk/>
            <pc:sldMk cId="1881396879" sldId="267"/>
            <ac:picMk id="11" creationId="{935030FA-BEF2-BDC0-9862-0F3EC97594AD}"/>
          </ac:picMkLst>
        </pc:pic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2F3F5D-3DCE-45B4-A57F-4566CF3AE1E0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9BDFE9-BEFF-4B0D-B77C-83E661616E3E}">
      <dgm:prSet/>
      <dgm:spPr/>
      <dgm:t>
        <a:bodyPr/>
        <a:lstStyle/>
        <a:p>
          <a:r>
            <a:rPr lang="pt-PT" dirty="0"/>
            <a:t>O Problema: Planeamento de férias disperso por várias plataformas.</a:t>
          </a:r>
          <a:endParaRPr lang="en-US" dirty="0"/>
        </a:p>
      </dgm:t>
    </dgm:pt>
    <dgm:pt modelId="{293462D6-5C77-431D-B1D0-92B119D83F7A}" type="parTrans" cxnId="{00F1BE34-B894-4B5B-B0CE-9C554C667010}">
      <dgm:prSet/>
      <dgm:spPr/>
      <dgm:t>
        <a:bodyPr/>
        <a:lstStyle/>
        <a:p>
          <a:endParaRPr lang="en-US"/>
        </a:p>
      </dgm:t>
    </dgm:pt>
    <dgm:pt modelId="{AFAD5361-8618-4979-97A0-70C703814D3B}" type="sibTrans" cxnId="{00F1BE34-B894-4B5B-B0CE-9C554C667010}">
      <dgm:prSet/>
      <dgm:spPr/>
      <dgm:t>
        <a:bodyPr/>
        <a:lstStyle/>
        <a:p>
          <a:endParaRPr lang="en-US"/>
        </a:p>
      </dgm:t>
    </dgm:pt>
    <dgm:pt modelId="{A16046C0-F517-4205-A1A3-7323C823A7F1}">
      <dgm:prSet/>
      <dgm:spPr/>
      <dgm:t>
        <a:bodyPr/>
        <a:lstStyle/>
        <a:p>
          <a:r>
            <a:rPr lang="pt-PT" dirty="0"/>
            <a:t>A Solução: 'Escapadinhas' centraliza itinerários, alojamentos e meteorologia.</a:t>
          </a:r>
          <a:endParaRPr lang="en-US" dirty="0"/>
        </a:p>
      </dgm:t>
    </dgm:pt>
    <dgm:pt modelId="{044C2EBE-DFFD-4033-A868-1707C2330701}" type="parTrans" cxnId="{CBD8B3C3-3135-4AD9-882B-66CFD9896B28}">
      <dgm:prSet/>
      <dgm:spPr/>
      <dgm:t>
        <a:bodyPr/>
        <a:lstStyle/>
        <a:p>
          <a:endParaRPr lang="en-US"/>
        </a:p>
      </dgm:t>
    </dgm:pt>
    <dgm:pt modelId="{EF00F5E5-2DA3-4143-9E32-792FF122F33A}" type="sibTrans" cxnId="{CBD8B3C3-3135-4AD9-882B-66CFD9896B28}">
      <dgm:prSet/>
      <dgm:spPr/>
      <dgm:t>
        <a:bodyPr/>
        <a:lstStyle/>
        <a:p>
          <a:endParaRPr lang="en-US"/>
        </a:p>
      </dgm:t>
    </dgm:pt>
    <dgm:pt modelId="{6CB1DB26-6AD4-46DB-B0FE-A5C302DA3721}">
      <dgm:prSet/>
      <dgm:spPr/>
      <dgm:t>
        <a:bodyPr/>
        <a:lstStyle/>
        <a:p>
          <a:r>
            <a:rPr lang="pt-PT" dirty="0"/>
            <a:t>Tecnologias: HTML, CSS, JavaScript (</a:t>
          </a:r>
          <a:r>
            <a:rPr lang="pt-PT" dirty="0" err="1"/>
            <a:t>Front-end</a:t>
          </a:r>
          <a:r>
            <a:rPr lang="pt-PT" dirty="0"/>
            <a:t>), Open-</a:t>
          </a:r>
          <a:r>
            <a:rPr lang="pt-PT" dirty="0" err="1"/>
            <a:t>Meteo</a:t>
          </a:r>
          <a:r>
            <a:rPr lang="pt-PT" dirty="0"/>
            <a:t>, JSON Server.</a:t>
          </a:r>
          <a:endParaRPr lang="en-US" dirty="0"/>
        </a:p>
      </dgm:t>
    </dgm:pt>
    <dgm:pt modelId="{EAFD8854-6922-45F3-956F-0968EE6A36FA}" type="parTrans" cxnId="{C8E0837C-2D5F-43AD-B09F-AB4DCDC2B3B2}">
      <dgm:prSet/>
      <dgm:spPr/>
      <dgm:t>
        <a:bodyPr/>
        <a:lstStyle/>
        <a:p>
          <a:endParaRPr lang="en-US"/>
        </a:p>
      </dgm:t>
    </dgm:pt>
    <dgm:pt modelId="{4532518A-D11A-406E-B1DF-685128986CFB}" type="sibTrans" cxnId="{C8E0837C-2D5F-43AD-B09F-AB4DCDC2B3B2}">
      <dgm:prSet/>
      <dgm:spPr/>
      <dgm:t>
        <a:bodyPr/>
        <a:lstStyle/>
        <a:p>
          <a:endParaRPr lang="en-US"/>
        </a:p>
      </dgm:t>
    </dgm:pt>
    <dgm:pt modelId="{4D6DE9D2-A868-4D71-B8F2-18DDBF5821BB}" type="pres">
      <dgm:prSet presAssocID="{5F2F3F5D-3DCE-45B4-A57F-4566CF3AE1E0}" presName="outerComposite" presStyleCnt="0">
        <dgm:presLayoutVars>
          <dgm:chMax val="5"/>
          <dgm:dir/>
          <dgm:resizeHandles val="exact"/>
        </dgm:presLayoutVars>
      </dgm:prSet>
      <dgm:spPr/>
    </dgm:pt>
    <dgm:pt modelId="{7214BA8E-3415-4B78-861A-E68B414E7594}" type="pres">
      <dgm:prSet presAssocID="{5F2F3F5D-3DCE-45B4-A57F-4566CF3AE1E0}" presName="dummyMaxCanvas" presStyleCnt="0">
        <dgm:presLayoutVars/>
      </dgm:prSet>
      <dgm:spPr/>
    </dgm:pt>
    <dgm:pt modelId="{C7FC9EE8-57DD-43AB-A94A-BB6C929230C1}" type="pres">
      <dgm:prSet presAssocID="{5F2F3F5D-3DCE-45B4-A57F-4566CF3AE1E0}" presName="ThreeNodes_1" presStyleLbl="node1" presStyleIdx="0" presStyleCnt="3">
        <dgm:presLayoutVars>
          <dgm:bulletEnabled val="1"/>
        </dgm:presLayoutVars>
      </dgm:prSet>
      <dgm:spPr/>
    </dgm:pt>
    <dgm:pt modelId="{B94D2D19-8394-47F6-9088-FFF090AD5C12}" type="pres">
      <dgm:prSet presAssocID="{5F2F3F5D-3DCE-45B4-A57F-4566CF3AE1E0}" presName="ThreeNodes_2" presStyleLbl="node1" presStyleIdx="1" presStyleCnt="3">
        <dgm:presLayoutVars>
          <dgm:bulletEnabled val="1"/>
        </dgm:presLayoutVars>
      </dgm:prSet>
      <dgm:spPr/>
    </dgm:pt>
    <dgm:pt modelId="{B438AA27-1290-4E76-A913-21A768351080}" type="pres">
      <dgm:prSet presAssocID="{5F2F3F5D-3DCE-45B4-A57F-4566CF3AE1E0}" presName="ThreeNodes_3" presStyleLbl="node1" presStyleIdx="2" presStyleCnt="3">
        <dgm:presLayoutVars>
          <dgm:bulletEnabled val="1"/>
        </dgm:presLayoutVars>
      </dgm:prSet>
      <dgm:spPr/>
    </dgm:pt>
    <dgm:pt modelId="{CACE92A7-2582-482F-B0AB-23EC4F5E34D7}" type="pres">
      <dgm:prSet presAssocID="{5F2F3F5D-3DCE-45B4-A57F-4566CF3AE1E0}" presName="ThreeConn_1-2" presStyleLbl="fgAccFollowNode1" presStyleIdx="0" presStyleCnt="2">
        <dgm:presLayoutVars>
          <dgm:bulletEnabled val="1"/>
        </dgm:presLayoutVars>
      </dgm:prSet>
      <dgm:spPr/>
    </dgm:pt>
    <dgm:pt modelId="{8A2E830B-6536-4192-BD5F-AC6F97749605}" type="pres">
      <dgm:prSet presAssocID="{5F2F3F5D-3DCE-45B4-A57F-4566CF3AE1E0}" presName="ThreeConn_2-3" presStyleLbl="fgAccFollowNode1" presStyleIdx="1" presStyleCnt="2">
        <dgm:presLayoutVars>
          <dgm:bulletEnabled val="1"/>
        </dgm:presLayoutVars>
      </dgm:prSet>
      <dgm:spPr/>
    </dgm:pt>
    <dgm:pt modelId="{ED29A564-6304-4059-85F1-573ACAC7FE01}" type="pres">
      <dgm:prSet presAssocID="{5F2F3F5D-3DCE-45B4-A57F-4566CF3AE1E0}" presName="ThreeNodes_1_text" presStyleLbl="node1" presStyleIdx="2" presStyleCnt="3">
        <dgm:presLayoutVars>
          <dgm:bulletEnabled val="1"/>
        </dgm:presLayoutVars>
      </dgm:prSet>
      <dgm:spPr/>
    </dgm:pt>
    <dgm:pt modelId="{223EA201-6185-4C39-91A1-73871147D94D}" type="pres">
      <dgm:prSet presAssocID="{5F2F3F5D-3DCE-45B4-A57F-4566CF3AE1E0}" presName="ThreeNodes_2_text" presStyleLbl="node1" presStyleIdx="2" presStyleCnt="3">
        <dgm:presLayoutVars>
          <dgm:bulletEnabled val="1"/>
        </dgm:presLayoutVars>
      </dgm:prSet>
      <dgm:spPr/>
    </dgm:pt>
    <dgm:pt modelId="{99D3B759-6F85-49D8-933A-945D269B6713}" type="pres">
      <dgm:prSet presAssocID="{5F2F3F5D-3DCE-45B4-A57F-4566CF3AE1E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0F1BE34-B894-4B5B-B0CE-9C554C667010}" srcId="{5F2F3F5D-3DCE-45B4-A57F-4566CF3AE1E0}" destId="{729BDFE9-BEFF-4B0D-B77C-83E661616E3E}" srcOrd="0" destOrd="0" parTransId="{293462D6-5C77-431D-B1D0-92B119D83F7A}" sibTransId="{AFAD5361-8618-4979-97A0-70C703814D3B}"/>
    <dgm:cxn modelId="{9FD72543-DDCF-4008-AD64-E994202CED00}" type="presOf" srcId="{EF00F5E5-2DA3-4143-9E32-792FF122F33A}" destId="{8A2E830B-6536-4192-BD5F-AC6F97749605}" srcOrd="0" destOrd="0" presId="urn:microsoft.com/office/officeart/2005/8/layout/vProcess5"/>
    <dgm:cxn modelId="{80F10845-55B9-4F5B-9D65-D7172560F49A}" type="presOf" srcId="{A16046C0-F517-4205-A1A3-7323C823A7F1}" destId="{B94D2D19-8394-47F6-9088-FFF090AD5C12}" srcOrd="0" destOrd="0" presId="urn:microsoft.com/office/officeart/2005/8/layout/vProcess5"/>
    <dgm:cxn modelId="{A13EBB6F-9DEB-4037-8384-6841EDB092CF}" type="presOf" srcId="{AFAD5361-8618-4979-97A0-70C703814D3B}" destId="{CACE92A7-2582-482F-B0AB-23EC4F5E34D7}" srcOrd="0" destOrd="0" presId="urn:microsoft.com/office/officeart/2005/8/layout/vProcess5"/>
    <dgm:cxn modelId="{C8E0837C-2D5F-43AD-B09F-AB4DCDC2B3B2}" srcId="{5F2F3F5D-3DCE-45B4-A57F-4566CF3AE1E0}" destId="{6CB1DB26-6AD4-46DB-B0FE-A5C302DA3721}" srcOrd="2" destOrd="0" parTransId="{EAFD8854-6922-45F3-956F-0968EE6A36FA}" sibTransId="{4532518A-D11A-406E-B1DF-685128986CFB}"/>
    <dgm:cxn modelId="{B7E2C682-C635-452A-8301-7016077588B5}" type="presOf" srcId="{729BDFE9-BEFF-4B0D-B77C-83E661616E3E}" destId="{C7FC9EE8-57DD-43AB-A94A-BB6C929230C1}" srcOrd="0" destOrd="0" presId="urn:microsoft.com/office/officeart/2005/8/layout/vProcess5"/>
    <dgm:cxn modelId="{04F54289-C248-405A-9CCC-6CC2CA9857DB}" type="presOf" srcId="{A16046C0-F517-4205-A1A3-7323C823A7F1}" destId="{223EA201-6185-4C39-91A1-73871147D94D}" srcOrd="1" destOrd="0" presId="urn:microsoft.com/office/officeart/2005/8/layout/vProcess5"/>
    <dgm:cxn modelId="{F9DCBA90-B43D-4A08-AFE8-ED99094F47D8}" type="presOf" srcId="{6CB1DB26-6AD4-46DB-B0FE-A5C302DA3721}" destId="{B438AA27-1290-4E76-A913-21A768351080}" srcOrd="0" destOrd="0" presId="urn:microsoft.com/office/officeart/2005/8/layout/vProcess5"/>
    <dgm:cxn modelId="{63C988A3-88D2-4E34-BEB0-2CA39354777C}" type="presOf" srcId="{6CB1DB26-6AD4-46DB-B0FE-A5C302DA3721}" destId="{99D3B759-6F85-49D8-933A-945D269B6713}" srcOrd="1" destOrd="0" presId="urn:microsoft.com/office/officeart/2005/8/layout/vProcess5"/>
    <dgm:cxn modelId="{92984CAB-3186-4391-A4FF-9FD185F8F905}" type="presOf" srcId="{5F2F3F5D-3DCE-45B4-A57F-4566CF3AE1E0}" destId="{4D6DE9D2-A868-4D71-B8F2-18DDBF5821BB}" srcOrd="0" destOrd="0" presId="urn:microsoft.com/office/officeart/2005/8/layout/vProcess5"/>
    <dgm:cxn modelId="{BE10E2C0-408F-4F68-A8C9-AADE01D0A26E}" type="presOf" srcId="{729BDFE9-BEFF-4B0D-B77C-83E661616E3E}" destId="{ED29A564-6304-4059-85F1-573ACAC7FE01}" srcOrd="1" destOrd="0" presId="urn:microsoft.com/office/officeart/2005/8/layout/vProcess5"/>
    <dgm:cxn modelId="{CBD8B3C3-3135-4AD9-882B-66CFD9896B28}" srcId="{5F2F3F5D-3DCE-45B4-A57F-4566CF3AE1E0}" destId="{A16046C0-F517-4205-A1A3-7323C823A7F1}" srcOrd="1" destOrd="0" parTransId="{044C2EBE-DFFD-4033-A868-1707C2330701}" sibTransId="{EF00F5E5-2DA3-4143-9E32-792FF122F33A}"/>
    <dgm:cxn modelId="{4820B7FE-9A0B-4CA9-A0FC-73CFFDBB629B}" type="presParOf" srcId="{4D6DE9D2-A868-4D71-B8F2-18DDBF5821BB}" destId="{7214BA8E-3415-4B78-861A-E68B414E7594}" srcOrd="0" destOrd="0" presId="urn:microsoft.com/office/officeart/2005/8/layout/vProcess5"/>
    <dgm:cxn modelId="{59DB34E1-FFDF-4699-BA73-D27C407617EC}" type="presParOf" srcId="{4D6DE9D2-A868-4D71-B8F2-18DDBF5821BB}" destId="{C7FC9EE8-57DD-43AB-A94A-BB6C929230C1}" srcOrd="1" destOrd="0" presId="urn:microsoft.com/office/officeart/2005/8/layout/vProcess5"/>
    <dgm:cxn modelId="{5744395B-A77C-4283-B829-DA3847A5B83D}" type="presParOf" srcId="{4D6DE9D2-A868-4D71-B8F2-18DDBF5821BB}" destId="{B94D2D19-8394-47F6-9088-FFF090AD5C12}" srcOrd="2" destOrd="0" presId="urn:microsoft.com/office/officeart/2005/8/layout/vProcess5"/>
    <dgm:cxn modelId="{B106E3F9-C581-4FD5-A83D-9B46254E7891}" type="presParOf" srcId="{4D6DE9D2-A868-4D71-B8F2-18DDBF5821BB}" destId="{B438AA27-1290-4E76-A913-21A768351080}" srcOrd="3" destOrd="0" presId="urn:microsoft.com/office/officeart/2005/8/layout/vProcess5"/>
    <dgm:cxn modelId="{5C6EACD6-957C-456D-883F-C8847CD29190}" type="presParOf" srcId="{4D6DE9D2-A868-4D71-B8F2-18DDBF5821BB}" destId="{CACE92A7-2582-482F-B0AB-23EC4F5E34D7}" srcOrd="4" destOrd="0" presId="urn:microsoft.com/office/officeart/2005/8/layout/vProcess5"/>
    <dgm:cxn modelId="{63171833-A2DF-4C73-8910-A7743E20D2AD}" type="presParOf" srcId="{4D6DE9D2-A868-4D71-B8F2-18DDBF5821BB}" destId="{8A2E830B-6536-4192-BD5F-AC6F97749605}" srcOrd="5" destOrd="0" presId="urn:microsoft.com/office/officeart/2005/8/layout/vProcess5"/>
    <dgm:cxn modelId="{1E5D3F1E-834D-402F-BDBB-F383DA10633B}" type="presParOf" srcId="{4D6DE9D2-A868-4D71-B8F2-18DDBF5821BB}" destId="{ED29A564-6304-4059-85F1-573ACAC7FE01}" srcOrd="6" destOrd="0" presId="urn:microsoft.com/office/officeart/2005/8/layout/vProcess5"/>
    <dgm:cxn modelId="{C959216E-094D-4F81-8E49-D0317EF7F627}" type="presParOf" srcId="{4D6DE9D2-A868-4D71-B8F2-18DDBF5821BB}" destId="{223EA201-6185-4C39-91A1-73871147D94D}" srcOrd="7" destOrd="0" presId="urn:microsoft.com/office/officeart/2005/8/layout/vProcess5"/>
    <dgm:cxn modelId="{89BD255F-F7C2-4FD1-809F-B9C0EF4010C1}" type="presParOf" srcId="{4D6DE9D2-A868-4D71-B8F2-18DDBF5821BB}" destId="{99D3B759-6F85-49D8-933A-945D269B671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2BB65E-8250-408D-BAB5-686361A62776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54F130-4759-466C-9E29-1418E409F271}">
      <dgm:prSet/>
      <dgm:spPr/>
      <dgm:t>
        <a:bodyPr/>
        <a:lstStyle/>
        <a:p>
          <a:r>
            <a:rPr lang="pt-PT" dirty="0"/>
            <a:t>T1: Consulta meteorológica num ambiente rápido via Open-</a:t>
          </a:r>
          <a:r>
            <a:rPr lang="pt-PT" dirty="0" err="1"/>
            <a:t>Meteo</a:t>
          </a:r>
          <a:r>
            <a:rPr lang="pt-PT" dirty="0"/>
            <a:t>.</a:t>
          </a:r>
          <a:endParaRPr lang="en-US" dirty="0"/>
        </a:p>
      </dgm:t>
    </dgm:pt>
    <dgm:pt modelId="{84F88FDA-254A-4EDC-A26E-95E0F589B954}" type="parTrans" cxnId="{D4CACC66-225E-4BE8-861F-C8DE490B161D}">
      <dgm:prSet/>
      <dgm:spPr/>
      <dgm:t>
        <a:bodyPr/>
        <a:lstStyle/>
        <a:p>
          <a:endParaRPr lang="en-US"/>
        </a:p>
      </dgm:t>
    </dgm:pt>
    <dgm:pt modelId="{E097D155-7C7C-411E-90BB-80DC43647D94}" type="sibTrans" cxnId="{D4CACC66-225E-4BE8-861F-C8DE490B161D}">
      <dgm:prSet/>
      <dgm:spPr/>
      <dgm:t>
        <a:bodyPr/>
        <a:lstStyle/>
        <a:p>
          <a:endParaRPr lang="en-US"/>
        </a:p>
      </dgm:t>
    </dgm:pt>
    <dgm:pt modelId="{C50D7608-A2AD-454E-9A10-A491130F81AA}">
      <dgm:prSet/>
      <dgm:spPr/>
      <dgm:t>
        <a:bodyPr/>
        <a:lstStyle/>
        <a:p>
          <a:r>
            <a:rPr lang="pt-PT"/>
            <a:t>T2: Gestão de imóveis (operações de CRUD) efetuada pelo Gestor.</a:t>
          </a:r>
          <a:endParaRPr lang="en-US"/>
        </a:p>
      </dgm:t>
    </dgm:pt>
    <dgm:pt modelId="{65C18E62-FE3E-48BE-9DBF-E63922161F87}" type="parTrans" cxnId="{E904867B-5333-4423-B5F5-5F6B0D06B408}">
      <dgm:prSet/>
      <dgm:spPr/>
      <dgm:t>
        <a:bodyPr/>
        <a:lstStyle/>
        <a:p>
          <a:endParaRPr lang="en-US"/>
        </a:p>
      </dgm:t>
    </dgm:pt>
    <dgm:pt modelId="{58710320-609A-4EFC-AF3F-958E118F0C71}" type="sibTrans" cxnId="{E904867B-5333-4423-B5F5-5F6B0D06B408}">
      <dgm:prSet/>
      <dgm:spPr/>
      <dgm:t>
        <a:bodyPr/>
        <a:lstStyle/>
        <a:p>
          <a:endParaRPr lang="en-US"/>
        </a:p>
      </dgm:t>
    </dgm:pt>
    <dgm:pt modelId="{802478F3-D256-4E28-B9F4-333D21B1DE58}">
      <dgm:prSet/>
      <dgm:spPr/>
      <dgm:t>
        <a:bodyPr/>
        <a:lstStyle/>
        <a:p>
          <a:r>
            <a:rPr lang="pt-PT"/>
            <a:t>T3: Criação pró-ativa de Planos de Férias e associação à conta.</a:t>
          </a:r>
          <a:endParaRPr lang="en-US"/>
        </a:p>
      </dgm:t>
    </dgm:pt>
    <dgm:pt modelId="{BFEBF6F3-1DE3-4DEE-AB7F-6E1610CCF684}" type="parTrans" cxnId="{C27C0C2A-C523-4E32-8DC6-0303428394AD}">
      <dgm:prSet/>
      <dgm:spPr/>
      <dgm:t>
        <a:bodyPr/>
        <a:lstStyle/>
        <a:p>
          <a:endParaRPr lang="en-US"/>
        </a:p>
      </dgm:t>
    </dgm:pt>
    <dgm:pt modelId="{A8C404B3-3385-43F4-860E-2D618C066A6B}" type="sibTrans" cxnId="{C27C0C2A-C523-4E32-8DC6-0303428394AD}">
      <dgm:prSet/>
      <dgm:spPr/>
      <dgm:t>
        <a:bodyPr/>
        <a:lstStyle/>
        <a:p>
          <a:endParaRPr lang="en-US"/>
        </a:p>
      </dgm:t>
    </dgm:pt>
    <dgm:pt modelId="{0B2360E3-CEAC-4BD3-9163-4A5510865259}">
      <dgm:prSet/>
      <dgm:spPr/>
      <dgm:t>
        <a:bodyPr/>
        <a:lstStyle/>
        <a:p>
          <a:r>
            <a:rPr lang="pt-PT"/>
            <a:t>T4: Edição dinâmica e remoção dos Planos de Férias planeados.</a:t>
          </a:r>
          <a:endParaRPr lang="en-US"/>
        </a:p>
      </dgm:t>
    </dgm:pt>
    <dgm:pt modelId="{7EFB8135-5910-415B-B1C1-65E9AA97870E}" type="parTrans" cxnId="{418A69A8-2C90-4FD8-8959-46F12B919555}">
      <dgm:prSet/>
      <dgm:spPr/>
      <dgm:t>
        <a:bodyPr/>
        <a:lstStyle/>
        <a:p>
          <a:endParaRPr lang="en-US"/>
        </a:p>
      </dgm:t>
    </dgm:pt>
    <dgm:pt modelId="{5FFD6904-83BF-4424-A0E4-A057ECC48911}" type="sibTrans" cxnId="{418A69A8-2C90-4FD8-8959-46F12B919555}">
      <dgm:prSet/>
      <dgm:spPr/>
      <dgm:t>
        <a:bodyPr/>
        <a:lstStyle/>
        <a:p>
          <a:endParaRPr lang="en-US"/>
        </a:p>
      </dgm:t>
    </dgm:pt>
    <dgm:pt modelId="{E133B70B-AB50-496B-A43C-DC641B8EC8F7}" type="pres">
      <dgm:prSet presAssocID="{262BB65E-8250-408D-BAB5-686361A62776}" presName="outerComposite" presStyleCnt="0">
        <dgm:presLayoutVars>
          <dgm:chMax val="5"/>
          <dgm:dir/>
          <dgm:resizeHandles val="exact"/>
        </dgm:presLayoutVars>
      </dgm:prSet>
      <dgm:spPr/>
    </dgm:pt>
    <dgm:pt modelId="{72A2CBD8-D326-4DD9-BCFA-7DE175A3F290}" type="pres">
      <dgm:prSet presAssocID="{262BB65E-8250-408D-BAB5-686361A62776}" presName="dummyMaxCanvas" presStyleCnt="0">
        <dgm:presLayoutVars/>
      </dgm:prSet>
      <dgm:spPr/>
    </dgm:pt>
    <dgm:pt modelId="{A1759A54-28E7-4254-83E1-7100C773A8A0}" type="pres">
      <dgm:prSet presAssocID="{262BB65E-8250-408D-BAB5-686361A62776}" presName="FourNodes_1" presStyleLbl="node1" presStyleIdx="0" presStyleCnt="4">
        <dgm:presLayoutVars>
          <dgm:bulletEnabled val="1"/>
        </dgm:presLayoutVars>
      </dgm:prSet>
      <dgm:spPr/>
    </dgm:pt>
    <dgm:pt modelId="{C1BFD5F9-3E6D-4DA2-A6A2-14F9C8972055}" type="pres">
      <dgm:prSet presAssocID="{262BB65E-8250-408D-BAB5-686361A62776}" presName="FourNodes_2" presStyleLbl="node1" presStyleIdx="1" presStyleCnt="4">
        <dgm:presLayoutVars>
          <dgm:bulletEnabled val="1"/>
        </dgm:presLayoutVars>
      </dgm:prSet>
      <dgm:spPr/>
    </dgm:pt>
    <dgm:pt modelId="{4A5A7BCB-14FE-48B5-8B24-27A0AAFE235D}" type="pres">
      <dgm:prSet presAssocID="{262BB65E-8250-408D-BAB5-686361A62776}" presName="FourNodes_3" presStyleLbl="node1" presStyleIdx="2" presStyleCnt="4">
        <dgm:presLayoutVars>
          <dgm:bulletEnabled val="1"/>
        </dgm:presLayoutVars>
      </dgm:prSet>
      <dgm:spPr/>
    </dgm:pt>
    <dgm:pt modelId="{F255E179-B5F9-4353-818D-643BF604AB52}" type="pres">
      <dgm:prSet presAssocID="{262BB65E-8250-408D-BAB5-686361A62776}" presName="FourNodes_4" presStyleLbl="node1" presStyleIdx="3" presStyleCnt="4">
        <dgm:presLayoutVars>
          <dgm:bulletEnabled val="1"/>
        </dgm:presLayoutVars>
      </dgm:prSet>
      <dgm:spPr/>
    </dgm:pt>
    <dgm:pt modelId="{2CBF85D7-7575-489E-AE6D-03409B504D56}" type="pres">
      <dgm:prSet presAssocID="{262BB65E-8250-408D-BAB5-686361A62776}" presName="FourConn_1-2" presStyleLbl="fgAccFollowNode1" presStyleIdx="0" presStyleCnt="3">
        <dgm:presLayoutVars>
          <dgm:bulletEnabled val="1"/>
        </dgm:presLayoutVars>
      </dgm:prSet>
      <dgm:spPr/>
    </dgm:pt>
    <dgm:pt modelId="{E2295867-C97A-435A-9196-7C8A59D491D1}" type="pres">
      <dgm:prSet presAssocID="{262BB65E-8250-408D-BAB5-686361A62776}" presName="FourConn_2-3" presStyleLbl="fgAccFollowNode1" presStyleIdx="1" presStyleCnt="3">
        <dgm:presLayoutVars>
          <dgm:bulletEnabled val="1"/>
        </dgm:presLayoutVars>
      </dgm:prSet>
      <dgm:spPr/>
    </dgm:pt>
    <dgm:pt modelId="{DE478184-8A40-4F83-95C2-C7811F746CCD}" type="pres">
      <dgm:prSet presAssocID="{262BB65E-8250-408D-BAB5-686361A62776}" presName="FourConn_3-4" presStyleLbl="fgAccFollowNode1" presStyleIdx="2" presStyleCnt="3">
        <dgm:presLayoutVars>
          <dgm:bulletEnabled val="1"/>
        </dgm:presLayoutVars>
      </dgm:prSet>
      <dgm:spPr/>
    </dgm:pt>
    <dgm:pt modelId="{8B6C6205-E2C0-456F-A7C8-5E4E7DF452B3}" type="pres">
      <dgm:prSet presAssocID="{262BB65E-8250-408D-BAB5-686361A62776}" presName="FourNodes_1_text" presStyleLbl="node1" presStyleIdx="3" presStyleCnt="4">
        <dgm:presLayoutVars>
          <dgm:bulletEnabled val="1"/>
        </dgm:presLayoutVars>
      </dgm:prSet>
      <dgm:spPr/>
    </dgm:pt>
    <dgm:pt modelId="{B07F2E9C-AB35-4F71-BDC2-9821560E2843}" type="pres">
      <dgm:prSet presAssocID="{262BB65E-8250-408D-BAB5-686361A62776}" presName="FourNodes_2_text" presStyleLbl="node1" presStyleIdx="3" presStyleCnt="4">
        <dgm:presLayoutVars>
          <dgm:bulletEnabled val="1"/>
        </dgm:presLayoutVars>
      </dgm:prSet>
      <dgm:spPr/>
    </dgm:pt>
    <dgm:pt modelId="{12C8FF3A-89C9-403A-B434-6BF8BDA7B669}" type="pres">
      <dgm:prSet presAssocID="{262BB65E-8250-408D-BAB5-686361A62776}" presName="FourNodes_3_text" presStyleLbl="node1" presStyleIdx="3" presStyleCnt="4">
        <dgm:presLayoutVars>
          <dgm:bulletEnabled val="1"/>
        </dgm:presLayoutVars>
      </dgm:prSet>
      <dgm:spPr/>
    </dgm:pt>
    <dgm:pt modelId="{D2DBB23A-EA9E-4A4E-BCB4-9D4B520C9626}" type="pres">
      <dgm:prSet presAssocID="{262BB65E-8250-408D-BAB5-686361A6277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C7A5F1D-F0E5-4B2C-9B9E-0BEBB05102F9}" type="presOf" srcId="{0B2360E3-CEAC-4BD3-9163-4A5510865259}" destId="{F255E179-B5F9-4353-818D-643BF604AB52}" srcOrd="0" destOrd="0" presId="urn:microsoft.com/office/officeart/2005/8/layout/vProcess5"/>
    <dgm:cxn modelId="{D8902A27-B2F6-4400-9826-D819EADE6FCB}" type="presOf" srcId="{EC54F130-4759-466C-9E29-1418E409F271}" destId="{8B6C6205-E2C0-456F-A7C8-5E4E7DF452B3}" srcOrd="1" destOrd="0" presId="urn:microsoft.com/office/officeart/2005/8/layout/vProcess5"/>
    <dgm:cxn modelId="{C27C0C2A-C523-4E32-8DC6-0303428394AD}" srcId="{262BB65E-8250-408D-BAB5-686361A62776}" destId="{802478F3-D256-4E28-B9F4-333D21B1DE58}" srcOrd="2" destOrd="0" parTransId="{BFEBF6F3-1DE3-4DEE-AB7F-6E1610CCF684}" sibTransId="{A8C404B3-3385-43F4-860E-2D618C066A6B}"/>
    <dgm:cxn modelId="{09E1E232-86D9-4A03-99B2-A1AEF4759FAF}" type="presOf" srcId="{802478F3-D256-4E28-B9F4-333D21B1DE58}" destId="{4A5A7BCB-14FE-48B5-8B24-27A0AAFE235D}" srcOrd="0" destOrd="0" presId="urn:microsoft.com/office/officeart/2005/8/layout/vProcess5"/>
    <dgm:cxn modelId="{E9009836-D434-4ADE-AB16-5A923FFE6397}" type="presOf" srcId="{262BB65E-8250-408D-BAB5-686361A62776}" destId="{E133B70B-AB50-496B-A43C-DC641B8EC8F7}" srcOrd="0" destOrd="0" presId="urn:microsoft.com/office/officeart/2005/8/layout/vProcess5"/>
    <dgm:cxn modelId="{77296440-20A9-49F8-8A3C-F4F241CC2A7B}" type="presOf" srcId="{C50D7608-A2AD-454E-9A10-A491130F81AA}" destId="{B07F2E9C-AB35-4F71-BDC2-9821560E2843}" srcOrd="1" destOrd="0" presId="urn:microsoft.com/office/officeart/2005/8/layout/vProcess5"/>
    <dgm:cxn modelId="{04A64462-9AA8-493A-B8EE-D0FBC3387780}" type="presOf" srcId="{EC54F130-4759-466C-9E29-1418E409F271}" destId="{A1759A54-28E7-4254-83E1-7100C773A8A0}" srcOrd="0" destOrd="0" presId="urn:microsoft.com/office/officeart/2005/8/layout/vProcess5"/>
    <dgm:cxn modelId="{D4CACC66-225E-4BE8-861F-C8DE490B161D}" srcId="{262BB65E-8250-408D-BAB5-686361A62776}" destId="{EC54F130-4759-466C-9E29-1418E409F271}" srcOrd="0" destOrd="0" parTransId="{84F88FDA-254A-4EDC-A26E-95E0F589B954}" sibTransId="{E097D155-7C7C-411E-90BB-80DC43647D94}"/>
    <dgm:cxn modelId="{9C9D1B6E-2B60-4860-8802-E28B96E69C4B}" type="presOf" srcId="{58710320-609A-4EFC-AF3F-958E118F0C71}" destId="{E2295867-C97A-435A-9196-7C8A59D491D1}" srcOrd="0" destOrd="0" presId="urn:microsoft.com/office/officeart/2005/8/layout/vProcess5"/>
    <dgm:cxn modelId="{877D604F-5B02-4AC4-9C9C-D81CE460AAFA}" type="presOf" srcId="{E097D155-7C7C-411E-90BB-80DC43647D94}" destId="{2CBF85D7-7575-489E-AE6D-03409B504D56}" srcOrd="0" destOrd="0" presId="urn:microsoft.com/office/officeart/2005/8/layout/vProcess5"/>
    <dgm:cxn modelId="{E904867B-5333-4423-B5F5-5F6B0D06B408}" srcId="{262BB65E-8250-408D-BAB5-686361A62776}" destId="{C50D7608-A2AD-454E-9A10-A491130F81AA}" srcOrd="1" destOrd="0" parTransId="{65C18E62-FE3E-48BE-9DBF-E63922161F87}" sibTransId="{58710320-609A-4EFC-AF3F-958E118F0C71}"/>
    <dgm:cxn modelId="{418A69A8-2C90-4FD8-8959-46F12B919555}" srcId="{262BB65E-8250-408D-BAB5-686361A62776}" destId="{0B2360E3-CEAC-4BD3-9163-4A5510865259}" srcOrd="3" destOrd="0" parTransId="{7EFB8135-5910-415B-B1C1-65E9AA97870E}" sibTransId="{5FFD6904-83BF-4424-A0E4-A057ECC48911}"/>
    <dgm:cxn modelId="{97AEEBBC-D30B-4C8C-B314-AAB2389918AB}" type="presOf" srcId="{0B2360E3-CEAC-4BD3-9163-4A5510865259}" destId="{D2DBB23A-EA9E-4A4E-BCB4-9D4B520C9626}" srcOrd="1" destOrd="0" presId="urn:microsoft.com/office/officeart/2005/8/layout/vProcess5"/>
    <dgm:cxn modelId="{4114B5CC-19A6-4686-9A88-5CA8FD98C6EA}" type="presOf" srcId="{C50D7608-A2AD-454E-9A10-A491130F81AA}" destId="{C1BFD5F9-3E6D-4DA2-A6A2-14F9C8972055}" srcOrd="0" destOrd="0" presId="urn:microsoft.com/office/officeart/2005/8/layout/vProcess5"/>
    <dgm:cxn modelId="{3D6DACD8-BF17-4EB9-A1A6-2F2C7F9C4D19}" type="presOf" srcId="{802478F3-D256-4E28-B9F4-333D21B1DE58}" destId="{12C8FF3A-89C9-403A-B434-6BF8BDA7B669}" srcOrd="1" destOrd="0" presId="urn:microsoft.com/office/officeart/2005/8/layout/vProcess5"/>
    <dgm:cxn modelId="{368076F0-73CC-478E-8392-F982454205D9}" type="presOf" srcId="{A8C404B3-3385-43F4-860E-2D618C066A6B}" destId="{DE478184-8A40-4F83-95C2-C7811F746CCD}" srcOrd="0" destOrd="0" presId="urn:microsoft.com/office/officeart/2005/8/layout/vProcess5"/>
    <dgm:cxn modelId="{EE09126A-450B-41C1-B065-70F8AA13088D}" type="presParOf" srcId="{E133B70B-AB50-496B-A43C-DC641B8EC8F7}" destId="{72A2CBD8-D326-4DD9-BCFA-7DE175A3F290}" srcOrd="0" destOrd="0" presId="urn:microsoft.com/office/officeart/2005/8/layout/vProcess5"/>
    <dgm:cxn modelId="{37F592B5-98C7-4CBC-AFBE-6FA729DEADCC}" type="presParOf" srcId="{E133B70B-AB50-496B-A43C-DC641B8EC8F7}" destId="{A1759A54-28E7-4254-83E1-7100C773A8A0}" srcOrd="1" destOrd="0" presId="urn:microsoft.com/office/officeart/2005/8/layout/vProcess5"/>
    <dgm:cxn modelId="{00CF91B4-4C13-4B13-A0C2-EEB63E2D5F29}" type="presParOf" srcId="{E133B70B-AB50-496B-A43C-DC641B8EC8F7}" destId="{C1BFD5F9-3E6D-4DA2-A6A2-14F9C8972055}" srcOrd="2" destOrd="0" presId="urn:microsoft.com/office/officeart/2005/8/layout/vProcess5"/>
    <dgm:cxn modelId="{0092E80F-B5E7-494B-B025-28343A44F0FF}" type="presParOf" srcId="{E133B70B-AB50-496B-A43C-DC641B8EC8F7}" destId="{4A5A7BCB-14FE-48B5-8B24-27A0AAFE235D}" srcOrd="3" destOrd="0" presId="urn:microsoft.com/office/officeart/2005/8/layout/vProcess5"/>
    <dgm:cxn modelId="{B1EB8B0D-C27A-4D89-A87C-E30060666BFC}" type="presParOf" srcId="{E133B70B-AB50-496B-A43C-DC641B8EC8F7}" destId="{F255E179-B5F9-4353-818D-643BF604AB52}" srcOrd="4" destOrd="0" presId="urn:microsoft.com/office/officeart/2005/8/layout/vProcess5"/>
    <dgm:cxn modelId="{0A47A3C2-CCD0-4A76-AA6D-A34A2B23368C}" type="presParOf" srcId="{E133B70B-AB50-496B-A43C-DC641B8EC8F7}" destId="{2CBF85D7-7575-489E-AE6D-03409B504D56}" srcOrd="5" destOrd="0" presId="urn:microsoft.com/office/officeart/2005/8/layout/vProcess5"/>
    <dgm:cxn modelId="{9B1FA17A-F178-4705-BADB-9206236526A6}" type="presParOf" srcId="{E133B70B-AB50-496B-A43C-DC641B8EC8F7}" destId="{E2295867-C97A-435A-9196-7C8A59D491D1}" srcOrd="6" destOrd="0" presId="urn:microsoft.com/office/officeart/2005/8/layout/vProcess5"/>
    <dgm:cxn modelId="{7391F7F6-5FB2-455E-8BBF-6420E08A616D}" type="presParOf" srcId="{E133B70B-AB50-496B-A43C-DC641B8EC8F7}" destId="{DE478184-8A40-4F83-95C2-C7811F746CCD}" srcOrd="7" destOrd="0" presId="urn:microsoft.com/office/officeart/2005/8/layout/vProcess5"/>
    <dgm:cxn modelId="{899284DB-5C9D-4E8E-9013-13880AB99F8B}" type="presParOf" srcId="{E133B70B-AB50-496B-A43C-DC641B8EC8F7}" destId="{8B6C6205-E2C0-456F-A7C8-5E4E7DF452B3}" srcOrd="8" destOrd="0" presId="urn:microsoft.com/office/officeart/2005/8/layout/vProcess5"/>
    <dgm:cxn modelId="{24231386-736D-4761-B0E5-690FC9F33465}" type="presParOf" srcId="{E133B70B-AB50-496B-A43C-DC641B8EC8F7}" destId="{B07F2E9C-AB35-4F71-BDC2-9821560E2843}" srcOrd="9" destOrd="0" presId="urn:microsoft.com/office/officeart/2005/8/layout/vProcess5"/>
    <dgm:cxn modelId="{EB9F5F19-A5CE-49BF-97BD-C91532DE90ED}" type="presParOf" srcId="{E133B70B-AB50-496B-A43C-DC641B8EC8F7}" destId="{12C8FF3A-89C9-403A-B434-6BF8BDA7B669}" srcOrd="10" destOrd="0" presId="urn:microsoft.com/office/officeart/2005/8/layout/vProcess5"/>
    <dgm:cxn modelId="{ECAB2D4D-5524-4D25-9618-E604BA45A6A8}" type="presParOf" srcId="{E133B70B-AB50-496B-A43C-DC641B8EC8F7}" destId="{D2DBB23A-EA9E-4A4E-BCB4-9D4B520C962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A5C501-1C53-443A-A1D4-69EB5A8FF24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36ABC8C-9187-493D-9804-F036105EC9BF}">
      <dgm:prSet/>
      <dgm:spPr/>
      <dgm:t>
        <a:bodyPr/>
        <a:lstStyle/>
        <a:p>
          <a:r>
            <a:rPr lang="pt-PT" dirty="0"/>
            <a:t>Protocolo: Processo '</a:t>
          </a:r>
          <a:r>
            <a:rPr lang="pt-PT" dirty="0" err="1"/>
            <a:t>Think</a:t>
          </a:r>
          <a:r>
            <a:rPr lang="pt-PT" dirty="0"/>
            <a:t> </a:t>
          </a:r>
          <a:r>
            <a:rPr lang="pt-PT" dirty="0" err="1"/>
            <a:t>Aloud</a:t>
          </a:r>
          <a:r>
            <a:rPr lang="pt-PT" dirty="0"/>
            <a:t>' para observação de dúvidas e do sucesso.</a:t>
          </a:r>
          <a:endParaRPr lang="en-US" dirty="0"/>
        </a:p>
      </dgm:t>
    </dgm:pt>
    <dgm:pt modelId="{3808A90F-29B1-46CA-A79B-3A8633F100C3}" type="parTrans" cxnId="{6BE221A3-6905-49B5-8311-F33A38B1394F}">
      <dgm:prSet/>
      <dgm:spPr/>
      <dgm:t>
        <a:bodyPr/>
        <a:lstStyle/>
        <a:p>
          <a:endParaRPr lang="en-US"/>
        </a:p>
      </dgm:t>
    </dgm:pt>
    <dgm:pt modelId="{46D937EA-AE19-466F-8FE2-117FE4A7A25C}" type="sibTrans" cxnId="{6BE221A3-6905-49B5-8311-F33A38B1394F}">
      <dgm:prSet/>
      <dgm:spPr/>
      <dgm:t>
        <a:bodyPr/>
        <a:lstStyle/>
        <a:p>
          <a:endParaRPr lang="en-US"/>
        </a:p>
      </dgm:t>
    </dgm:pt>
    <dgm:pt modelId="{9B692A1C-452F-4A8C-8DBC-768F3BFDFFA6}">
      <dgm:prSet/>
      <dgm:spPr/>
      <dgm:t>
        <a:bodyPr/>
        <a:lstStyle/>
        <a:p>
          <a:r>
            <a:rPr lang="pt-PT"/>
            <a:t>Amostra: 5 utilizadores (representativos dos 2 perfis da plataforma).</a:t>
          </a:r>
          <a:endParaRPr lang="en-US"/>
        </a:p>
      </dgm:t>
    </dgm:pt>
    <dgm:pt modelId="{01BF83AD-AF97-4523-AC44-4FE7163D08FF}" type="parTrans" cxnId="{DC45EB7D-7D80-4FB1-B258-00498200A82F}">
      <dgm:prSet/>
      <dgm:spPr/>
      <dgm:t>
        <a:bodyPr/>
        <a:lstStyle/>
        <a:p>
          <a:endParaRPr lang="en-US"/>
        </a:p>
      </dgm:t>
    </dgm:pt>
    <dgm:pt modelId="{7ADA1F40-9933-4BCE-B7FB-8995397E41FE}" type="sibTrans" cxnId="{DC45EB7D-7D80-4FB1-B258-00498200A82F}">
      <dgm:prSet/>
      <dgm:spPr/>
      <dgm:t>
        <a:bodyPr/>
        <a:lstStyle/>
        <a:p>
          <a:endParaRPr lang="en-US"/>
        </a:p>
      </dgm:t>
    </dgm:pt>
    <dgm:pt modelId="{764C26F9-C619-4BEE-B026-F0B3C686978F}">
      <dgm:prSet/>
      <dgm:spPr/>
      <dgm:t>
        <a:bodyPr/>
        <a:lstStyle/>
        <a:p>
          <a:r>
            <a:rPr lang="pt-PT"/>
            <a:t>Métricas Extraídas: Tempos por tarefa e a taxa de sucesso ou insucesso global nas ações.</a:t>
          </a:r>
          <a:endParaRPr lang="en-US"/>
        </a:p>
      </dgm:t>
    </dgm:pt>
    <dgm:pt modelId="{B1FD6347-EE8E-48F0-97A7-897FB92D7D6B}" type="parTrans" cxnId="{4C15FE12-A896-4F90-8A12-F6051CA2137E}">
      <dgm:prSet/>
      <dgm:spPr/>
      <dgm:t>
        <a:bodyPr/>
        <a:lstStyle/>
        <a:p>
          <a:endParaRPr lang="en-US"/>
        </a:p>
      </dgm:t>
    </dgm:pt>
    <dgm:pt modelId="{85FCDE31-E408-44DC-9964-0C73BE429753}" type="sibTrans" cxnId="{4C15FE12-A896-4F90-8A12-F6051CA2137E}">
      <dgm:prSet/>
      <dgm:spPr/>
      <dgm:t>
        <a:bodyPr/>
        <a:lstStyle/>
        <a:p>
          <a:endParaRPr lang="en-US"/>
        </a:p>
      </dgm:t>
    </dgm:pt>
    <dgm:pt modelId="{5CCF4B0A-5661-4333-814E-64509831BA22}" type="pres">
      <dgm:prSet presAssocID="{48A5C501-1C53-443A-A1D4-69EB5A8FF246}" presName="root" presStyleCnt="0">
        <dgm:presLayoutVars>
          <dgm:dir/>
          <dgm:resizeHandles val="exact"/>
        </dgm:presLayoutVars>
      </dgm:prSet>
      <dgm:spPr/>
    </dgm:pt>
    <dgm:pt modelId="{374E2263-9A8C-4558-85E2-C9BC9AAF6710}" type="pres">
      <dgm:prSet presAssocID="{336ABC8C-9187-493D-9804-F036105EC9BF}" presName="compNode" presStyleCnt="0"/>
      <dgm:spPr/>
    </dgm:pt>
    <dgm:pt modelId="{643C2390-2FFE-4963-AF19-0B00DBCB9480}" type="pres">
      <dgm:prSet presAssocID="{336ABC8C-9187-493D-9804-F036105EC9BF}" presName="bgRect" presStyleLbl="bgShp" presStyleIdx="0" presStyleCnt="3"/>
      <dgm:spPr/>
    </dgm:pt>
    <dgm:pt modelId="{8E942B0E-7066-4879-A93F-B01C37C8A201}" type="pres">
      <dgm:prSet presAssocID="{336ABC8C-9187-493D-9804-F036105EC9B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3E508DFD-59DD-40FC-8A76-238DA4FEA0BA}" type="pres">
      <dgm:prSet presAssocID="{336ABC8C-9187-493D-9804-F036105EC9BF}" presName="spaceRect" presStyleCnt="0"/>
      <dgm:spPr/>
    </dgm:pt>
    <dgm:pt modelId="{50A64128-B744-4FAE-B102-D3F193DBE887}" type="pres">
      <dgm:prSet presAssocID="{336ABC8C-9187-493D-9804-F036105EC9BF}" presName="parTx" presStyleLbl="revTx" presStyleIdx="0" presStyleCnt="3">
        <dgm:presLayoutVars>
          <dgm:chMax val="0"/>
          <dgm:chPref val="0"/>
        </dgm:presLayoutVars>
      </dgm:prSet>
      <dgm:spPr/>
    </dgm:pt>
    <dgm:pt modelId="{66EDE664-1989-4B8A-995D-187142F9CB2E}" type="pres">
      <dgm:prSet presAssocID="{46D937EA-AE19-466F-8FE2-117FE4A7A25C}" presName="sibTrans" presStyleCnt="0"/>
      <dgm:spPr/>
    </dgm:pt>
    <dgm:pt modelId="{D5490F62-8833-4CC1-A1F1-A52F1A19C406}" type="pres">
      <dgm:prSet presAssocID="{9B692A1C-452F-4A8C-8DBC-768F3BFDFFA6}" presName="compNode" presStyleCnt="0"/>
      <dgm:spPr/>
    </dgm:pt>
    <dgm:pt modelId="{89AAFD40-AD7A-4DDB-8E0B-25644561D1A9}" type="pres">
      <dgm:prSet presAssocID="{9B692A1C-452F-4A8C-8DBC-768F3BFDFFA6}" presName="bgRect" presStyleLbl="bgShp" presStyleIdx="1" presStyleCnt="3"/>
      <dgm:spPr/>
    </dgm:pt>
    <dgm:pt modelId="{92875E93-C932-460A-951C-3208558A9204}" type="pres">
      <dgm:prSet presAssocID="{9B692A1C-452F-4A8C-8DBC-768F3BFDFFA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tilizadores"/>
        </a:ext>
      </dgm:extLst>
    </dgm:pt>
    <dgm:pt modelId="{52A450C4-ACA7-4932-94E0-16D0C4CC4A7E}" type="pres">
      <dgm:prSet presAssocID="{9B692A1C-452F-4A8C-8DBC-768F3BFDFFA6}" presName="spaceRect" presStyleCnt="0"/>
      <dgm:spPr/>
    </dgm:pt>
    <dgm:pt modelId="{4C168BED-CE38-4358-9954-F7D9E16AA28B}" type="pres">
      <dgm:prSet presAssocID="{9B692A1C-452F-4A8C-8DBC-768F3BFDFFA6}" presName="parTx" presStyleLbl="revTx" presStyleIdx="1" presStyleCnt="3">
        <dgm:presLayoutVars>
          <dgm:chMax val="0"/>
          <dgm:chPref val="0"/>
        </dgm:presLayoutVars>
      </dgm:prSet>
      <dgm:spPr/>
    </dgm:pt>
    <dgm:pt modelId="{B93FE4F3-57BB-4B96-B64D-D9FD7242A5AF}" type="pres">
      <dgm:prSet presAssocID="{7ADA1F40-9933-4BCE-B7FB-8995397E41FE}" presName="sibTrans" presStyleCnt="0"/>
      <dgm:spPr/>
    </dgm:pt>
    <dgm:pt modelId="{3BEDE46A-E39F-4EC5-9D6A-D1FAE5CD1190}" type="pres">
      <dgm:prSet presAssocID="{764C26F9-C619-4BEE-B026-F0B3C686978F}" presName="compNode" presStyleCnt="0"/>
      <dgm:spPr/>
    </dgm:pt>
    <dgm:pt modelId="{D17FCB25-EE18-40E3-87A8-462CBB31F94F}" type="pres">
      <dgm:prSet presAssocID="{764C26F9-C619-4BEE-B026-F0B3C686978F}" presName="bgRect" presStyleLbl="bgShp" presStyleIdx="2" presStyleCnt="3"/>
      <dgm:spPr/>
    </dgm:pt>
    <dgm:pt modelId="{5E3E85EE-F890-42BB-A0E1-F30A0C1937E7}" type="pres">
      <dgm:prSet presAssocID="{764C26F9-C619-4BEE-B026-F0B3C686978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A00DA65-ECE7-412F-8C82-3C648FD33D62}" type="pres">
      <dgm:prSet presAssocID="{764C26F9-C619-4BEE-B026-F0B3C686978F}" presName="spaceRect" presStyleCnt="0"/>
      <dgm:spPr/>
    </dgm:pt>
    <dgm:pt modelId="{016A5ABE-F139-4099-B5E9-8657F2648C7D}" type="pres">
      <dgm:prSet presAssocID="{764C26F9-C619-4BEE-B026-F0B3C686978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15FE12-A896-4F90-8A12-F6051CA2137E}" srcId="{48A5C501-1C53-443A-A1D4-69EB5A8FF246}" destId="{764C26F9-C619-4BEE-B026-F0B3C686978F}" srcOrd="2" destOrd="0" parTransId="{B1FD6347-EE8E-48F0-97A7-897FB92D7D6B}" sibTransId="{85FCDE31-E408-44DC-9964-0C73BE429753}"/>
    <dgm:cxn modelId="{D2B5B615-7AB3-4F74-8981-EDB2DF169227}" type="presOf" srcId="{764C26F9-C619-4BEE-B026-F0B3C686978F}" destId="{016A5ABE-F139-4099-B5E9-8657F2648C7D}" srcOrd="0" destOrd="0" presId="urn:microsoft.com/office/officeart/2018/2/layout/IconVerticalSolidList"/>
    <dgm:cxn modelId="{E5EA1028-F547-4E42-9985-13FEE958D480}" type="presOf" srcId="{48A5C501-1C53-443A-A1D4-69EB5A8FF246}" destId="{5CCF4B0A-5661-4333-814E-64509831BA22}" srcOrd="0" destOrd="0" presId="urn:microsoft.com/office/officeart/2018/2/layout/IconVerticalSolidList"/>
    <dgm:cxn modelId="{707C0E62-4624-4646-8BEA-4DC28FD2D69F}" type="presOf" srcId="{9B692A1C-452F-4A8C-8DBC-768F3BFDFFA6}" destId="{4C168BED-CE38-4358-9954-F7D9E16AA28B}" srcOrd="0" destOrd="0" presId="urn:microsoft.com/office/officeart/2018/2/layout/IconVerticalSolidList"/>
    <dgm:cxn modelId="{DC45EB7D-7D80-4FB1-B258-00498200A82F}" srcId="{48A5C501-1C53-443A-A1D4-69EB5A8FF246}" destId="{9B692A1C-452F-4A8C-8DBC-768F3BFDFFA6}" srcOrd="1" destOrd="0" parTransId="{01BF83AD-AF97-4523-AC44-4FE7163D08FF}" sibTransId="{7ADA1F40-9933-4BCE-B7FB-8995397E41FE}"/>
    <dgm:cxn modelId="{AE443492-FB9C-45C7-972A-36E850785E7C}" type="presOf" srcId="{336ABC8C-9187-493D-9804-F036105EC9BF}" destId="{50A64128-B744-4FAE-B102-D3F193DBE887}" srcOrd="0" destOrd="0" presId="urn:microsoft.com/office/officeart/2018/2/layout/IconVerticalSolidList"/>
    <dgm:cxn modelId="{6BE221A3-6905-49B5-8311-F33A38B1394F}" srcId="{48A5C501-1C53-443A-A1D4-69EB5A8FF246}" destId="{336ABC8C-9187-493D-9804-F036105EC9BF}" srcOrd="0" destOrd="0" parTransId="{3808A90F-29B1-46CA-A79B-3A8633F100C3}" sibTransId="{46D937EA-AE19-466F-8FE2-117FE4A7A25C}"/>
    <dgm:cxn modelId="{4BE87E15-6447-42F6-A278-11F01894E174}" type="presParOf" srcId="{5CCF4B0A-5661-4333-814E-64509831BA22}" destId="{374E2263-9A8C-4558-85E2-C9BC9AAF6710}" srcOrd="0" destOrd="0" presId="urn:microsoft.com/office/officeart/2018/2/layout/IconVerticalSolidList"/>
    <dgm:cxn modelId="{59DA8F9E-58A9-4B5B-892D-04A61DED66F5}" type="presParOf" srcId="{374E2263-9A8C-4558-85E2-C9BC9AAF6710}" destId="{643C2390-2FFE-4963-AF19-0B00DBCB9480}" srcOrd="0" destOrd="0" presId="urn:microsoft.com/office/officeart/2018/2/layout/IconVerticalSolidList"/>
    <dgm:cxn modelId="{A2B52A7E-8470-4284-B221-C761550E615D}" type="presParOf" srcId="{374E2263-9A8C-4558-85E2-C9BC9AAF6710}" destId="{8E942B0E-7066-4879-A93F-B01C37C8A201}" srcOrd="1" destOrd="0" presId="urn:microsoft.com/office/officeart/2018/2/layout/IconVerticalSolidList"/>
    <dgm:cxn modelId="{35B57273-A21A-41DC-8996-FD9CE03063C5}" type="presParOf" srcId="{374E2263-9A8C-4558-85E2-C9BC9AAF6710}" destId="{3E508DFD-59DD-40FC-8A76-238DA4FEA0BA}" srcOrd="2" destOrd="0" presId="urn:microsoft.com/office/officeart/2018/2/layout/IconVerticalSolidList"/>
    <dgm:cxn modelId="{36D63778-03E2-4AD1-8461-CD53EE084812}" type="presParOf" srcId="{374E2263-9A8C-4558-85E2-C9BC9AAF6710}" destId="{50A64128-B744-4FAE-B102-D3F193DBE887}" srcOrd="3" destOrd="0" presId="urn:microsoft.com/office/officeart/2018/2/layout/IconVerticalSolidList"/>
    <dgm:cxn modelId="{F574AAC6-C69F-47AC-83CB-12B9DB15EBC3}" type="presParOf" srcId="{5CCF4B0A-5661-4333-814E-64509831BA22}" destId="{66EDE664-1989-4B8A-995D-187142F9CB2E}" srcOrd="1" destOrd="0" presId="urn:microsoft.com/office/officeart/2018/2/layout/IconVerticalSolidList"/>
    <dgm:cxn modelId="{517E2CF2-C09C-4046-87AD-7552B0CA96C9}" type="presParOf" srcId="{5CCF4B0A-5661-4333-814E-64509831BA22}" destId="{D5490F62-8833-4CC1-A1F1-A52F1A19C406}" srcOrd="2" destOrd="0" presId="urn:microsoft.com/office/officeart/2018/2/layout/IconVerticalSolidList"/>
    <dgm:cxn modelId="{A691C999-C0DE-47A1-BB1C-C83ACBB1BBF9}" type="presParOf" srcId="{D5490F62-8833-4CC1-A1F1-A52F1A19C406}" destId="{89AAFD40-AD7A-4DDB-8E0B-25644561D1A9}" srcOrd="0" destOrd="0" presId="urn:microsoft.com/office/officeart/2018/2/layout/IconVerticalSolidList"/>
    <dgm:cxn modelId="{1BD74D04-172C-48B6-8DE2-FE5AA479F0DA}" type="presParOf" srcId="{D5490F62-8833-4CC1-A1F1-A52F1A19C406}" destId="{92875E93-C932-460A-951C-3208558A9204}" srcOrd="1" destOrd="0" presId="urn:microsoft.com/office/officeart/2018/2/layout/IconVerticalSolidList"/>
    <dgm:cxn modelId="{2892386A-ACED-4F04-97F1-7E22B0AB747B}" type="presParOf" srcId="{D5490F62-8833-4CC1-A1F1-A52F1A19C406}" destId="{52A450C4-ACA7-4932-94E0-16D0C4CC4A7E}" srcOrd="2" destOrd="0" presId="urn:microsoft.com/office/officeart/2018/2/layout/IconVerticalSolidList"/>
    <dgm:cxn modelId="{E8EAE451-8784-4D87-8772-E28169A8437B}" type="presParOf" srcId="{D5490F62-8833-4CC1-A1F1-A52F1A19C406}" destId="{4C168BED-CE38-4358-9954-F7D9E16AA28B}" srcOrd="3" destOrd="0" presId="urn:microsoft.com/office/officeart/2018/2/layout/IconVerticalSolidList"/>
    <dgm:cxn modelId="{648FD25C-23CF-468F-AC2C-8155AFD1E268}" type="presParOf" srcId="{5CCF4B0A-5661-4333-814E-64509831BA22}" destId="{B93FE4F3-57BB-4B96-B64D-D9FD7242A5AF}" srcOrd="3" destOrd="0" presId="urn:microsoft.com/office/officeart/2018/2/layout/IconVerticalSolidList"/>
    <dgm:cxn modelId="{A2D0CA03-8285-4425-B94B-DEA8D3CD4754}" type="presParOf" srcId="{5CCF4B0A-5661-4333-814E-64509831BA22}" destId="{3BEDE46A-E39F-4EC5-9D6A-D1FAE5CD1190}" srcOrd="4" destOrd="0" presId="urn:microsoft.com/office/officeart/2018/2/layout/IconVerticalSolidList"/>
    <dgm:cxn modelId="{756E0419-BE76-4DC2-A09B-4D82C28C1984}" type="presParOf" srcId="{3BEDE46A-E39F-4EC5-9D6A-D1FAE5CD1190}" destId="{D17FCB25-EE18-40E3-87A8-462CBB31F94F}" srcOrd="0" destOrd="0" presId="urn:microsoft.com/office/officeart/2018/2/layout/IconVerticalSolidList"/>
    <dgm:cxn modelId="{BB5B7500-41F8-4F38-8EBD-FE6C2871B900}" type="presParOf" srcId="{3BEDE46A-E39F-4EC5-9D6A-D1FAE5CD1190}" destId="{5E3E85EE-F890-42BB-A0E1-F30A0C1937E7}" srcOrd="1" destOrd="0" presId="urn:microsoft.com/office/officeart/2018/2/layout/IconVerticalSolidList"/>
    <dgm:cxn modelId="{A5C0B928-2434-4174-B02C-89F5E1B7541E}" type="presParOf" srcId="{3BEDE46A-E39F-4EC5-9D6A-D1FAE5CD1190}" destId="{AA00DA65-ECE7-412F-8C82-3C648FD33D62}" srcOrd="2" destOrd="0" presId="urn:microsoft.com/office/officeart/2018/2/layout/IconVerticalSolidList"/>
    <dgm:cxn modelId="{E887D565-68F9-407E-8B33-CE19839CC878}" type="presParOf" srcId="{3BEDE46A-E39F-4EC5-9D6A-D1FAE5CD1190}" destId="{016A5ABE-F139-4099-B5E9-8657F2648C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75A9B7-F117-464D-998B-03787E0128C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ABD30B9-6462-4BC4-AC30-C446A65D87E4}">
      <dgm:prSet/>
      <dgm:spPr/>
      <dgm:t>
        <a:bodyPr/>
        <a:lstStyle/>
        <a:p>
          <a:r>
            <a:rPr lang="pt-PT"/>
            <a:t>Desempenho Impecável:</a:t>
          </a:r>
          <a:endParaRPr lang="en-US"/>
        </a:p>
      </dgm:t>
    </dgm:pt>
    <dgm:pt modelId="{70003C65-5F08-4FE2-BDA3-6F969B4BD342}" type="parTrans" cxnId="{478A43BC-0219-4BB9-8A5B-D3B804881C6F}">
      <dgm:prSet/>
      <dgm:spPr/>
      <dgm:t>
        <a:bodyPr/>
        <a:lstStyle/>
        <a:p>
          <a:endParaRPr lang="en-US"/>
        </a:p>
      </dgm:t>
    </dgm:pt>
    <dgm:pt modelId="{FCC8445F-FB6C-4F3F-B28A-5014C3DF31BB}" type="sibTrans" cxnId="{478A43BC-0219-4BB9-8A5B-D3B804881C6F}">
      <dgm:prSet/>
      <dgm:spPr/>
      <dgm:t>
        <a:bodyPr/>
        <a:lstStyle/>
        <a:p>
          <a:endParaRPr lang="en-US"/>
        </a:p>
      </dgm:t>
    </dgm:pt>
    <dgm:pt modelId="{884677AA-B027-4638-B093-996A3E67413B}">
      <dgm:prSet/>
      <dgm:spPr/>
      <dgm:t>
        <a:bodyPr/>
        <a:lstStyle/>
        <a:p>
          <a:r>
            <a:rPr lang="pt-PT"/>
            <a:t>Taxa de Sucesso: 100% de término em todas as tarefas solicitadas.</a:t>
          </a:r>
          <a:endParaRPr lang="en-US"/>
        </a:p>
      </dgm:t>
    </dgm:pt>
    <dgm:pt modelId="{E6AEFF90-EE51-44E3-A22D-D2350129BC2B}" type="parTrans" cxnId="{F6002BE9-B9DA-403F-ABBB-C6DDBF367205}">
      <dgm:prSet/>
      <dgm:spPr/>
      <dgm:t>
        <a:bodyPr/>
        <a:lstStyle/>
        <a:p>
          <a:endParaRPr lang="en-US"/>
        </a:p>
      </dgm:t>
    </dgm:pt>
    <dgm:pt modelId="{5B015EE8-E5E8-4C90-8A17-F69622BAF80A}" type="sibTrans" cxnId="{F6002BE9-B9DA-403F-ABBB-C6DDBF367205}">
      <dgm:prSet/>
      <dgm:spPr/>
      <dgm:t>
        <a:bodyPr/>
        <a:lstStyle/>
        <a:p>
          <a:endParaRPr lang="en-US"/>
        </a:p>
      </dgm:t>
    </dgm:pt>
    <dgm:pt modelId="{886134D4-F112-4E6A-B8DD-65C4295547AD}">
      <dgm:prSet/>
      <dgm:spPr/>
      <dgm:t>
        <a:bodyPr/>
        <a:lstStyle/>
        <a:p>
          <a:r>
            <a:rPr lang="pt-PT"/>
            <a:t>Erros: Apenas 2 percalços e 4 pedidos de ajuda em 5 sessões (Excelente).</a:t>
          </a:r>
          <a:endParaRPr lang="en-US"/>
        </a:p>
      </dgm:t>
    </dgm:pt>
    <dgm:pt modelId="{AB0584FF-1E27-472D-80A9-CA6DB903E9F1}" type="parTrans" cxnId="{8B7A5143-974E-4D57-8E06-0F0FE33658E4}">
      <dgm:prSet/>
      <dgm:spPr/>
      <dgm:t>
        <a:bodyPr/>
        <a:lstStyle/>
        <a:p>
          <a:endParaRPr lang="en-US"/>
        </a:p>
      </dgm:t>
    </dgm:pt>
    <dgm:pt modelId="{8B6E9E0F-C76D-4C1B-BB0E-B2B31526CFA4}" type="sibTrans" cxnId="{8B7A5143-974E-4D57-8E06-0F0FE33658E4}">
      <dgm:prSet/>
      <dgm:spPr/>
      <dgm:t>
        <a:bodyPr/>
        <a:lstStyle/>
        <a:p>
          <a:endParaRPr lang="en-US"/>
        </a:p>
      </dgm:t>
    </dgm:pt>
    <dgm:pt modelId="{66E0202E-CE7F-4765-80E4-7B5C5C4F43C3}">
      <dgm:prSet/>
      <dgm:spPr/>
      <dgm:t>
        <a:bodyPr/>
        <a:lstStyle/>
        <a:p>
          <a:r>
            <a:rPr lang="pt-PT"/>
            <a:t>Pontuação Oficial SUS Score:</a:t>
          </a:r>
          <a:endParaRPr lang="en-US"/>
        </a:p>
      </dgm:t>
    </dgm:pt>
    <dgm:pt modelId="{E4900B1F-7B64-4D36-B7A4-E8BAFE6191C5}" type="parTrans" cxnId="{DBC545CC-D7DB-44F9-BFAB-7B24BFA734C3}">
      <dgm:prSet/>
      <dgm:spPr/>
      <dgm:t>
        <a:bodyPr/>
        <a:lstStyle/>
        <a:p>
          <a:endParaRPr lang="en-US"/>
        </a:p>
      </dgm:t>
    </dgm:pt>
    <dgm:pt modelId="{B719933A-79D9-4907-99A6-84D4AAF5E7C5}" type="sibTrans" cxnId="{DBC545CC-D7DB-44F9-BFAB-7B24BFA734C3}">
      <dgm:prSet/>
      <dgm:spPr/>
      <dgm:t>
        <a:bodyPr/>
        <a:lstStyle/>
        <a:p>
          <a:endParaRPr lang="en-US"/>
        </a:p>
      </dgm:t>
    </dgm:pt>
    <dgm:pt modelId="{81DD04D8-0ABD-4AD1-A83C-2192A0966BF6}">
      <dgm:prSet/>
      <dgm:spPr/>
      <dgm:t>
        <a:bodyPr/>
        <a:lstStyle/>
        <a:p>
          <a:r>
            <a:rPr lang="pt-PT"/>
            <a:t>Nota apurada: 91.0 Pontos de classificação.</a:t>
          </a:r>
          <a:endParaRPr lang="en-US"/>
        </a:p>
      </dgm:t>
    </dgm:pt>
    <dgm:pt modelId="{77F16BCE-B02D-49E2-90E4-7D85CC2C548A}" type="parTrans" cxnId="{7EA46A07-6A5A-4FD0-9DCF-39B9AEF90410}">
      <dgm:prSet/>
      <dgm:spPr/>
      <dgm:t>
        <a:bodyPr/>
        <a:lstStyle/>
        <a:p>
          <a:endParaRPr lang="en-US"/>
        </a:p>
      </dgm:t>
    </dgm:pt>
    <dgm:pt modelId="{B4F3E7D6-1414-48B4-9236-310C7EF714E2}" type="sibTrans" cxnId="{7EA46A07-6A5A-4FD0-9DCF-39B9AEF90410}">
      <dgm:prSet/>
      <dgm:spPr/>
      <dgm:t>
        <a:bodyPr/>
        <a:lstStyle/>
        <a:p>
          <a:endParaRPr lang="en-US"/>
        </a:p>
      </dgm:t>
    </dgm:pt>
    <dgm:pt modelId="{61487641-D3B1-4C23-9DB4-73CFC6B15333}">
      <dgm:prSet/>
      <dgm:spPr/>
      <dgm:t>
        <a:bodyPr/>
        <a:lstStyle/>
        <a:p>
          <a:r>
            <a:rPr lang="pt-PT"/>
            <a:t>Grau Final: 'Excelente (Grau A)' na Escala System Usability Scale.</a:t>
          </a:r>
          <a:endParaRPr lang="en-US"/>
        </a:p>
      </dgm:t>
    </dgm:pt>
    <dgm:pt modelId="{DEBC4A5E-9962-4F62-B0A7-6C65158720AF}" type="parTrans" cxnId="{0F723290-FF49-4EDE-BDC8-D9F217E6A702}">
      <dgm:prSet/>
      <dgm:spPr/>
      <dgm:t>
        <a:bodyPr/>
        <a:lstStyle/>
        <a:p>
          <a:endParaRPr lang="en-US"/>
        </a:p>
      </dgm:t>
    </dgm:pt>
    <dgm:pt modelId="{2980B536-2C74-4520-BE2B-4D24C87C6A81}" type="sibTrans" cxnId="{0F723290-FF49-4EDE-BDC8-D9F217E6A702}">
      <dgm:prSet/>
      <dgm:spPr/>
      <dgm:t>
        <a:bodyPr/>
        <a:lstStyle/>
        <a:p>
          <a:endParaRPr lang="en-US"/>
        </a:p>
      </dgm:t>
    </dgm:pt>
    <dgm:pt modelId="{3A7008B7-A361-4644-8D04-E5AA60F92C5A}" type="pres">
      <dgm:prSet presAssocID="{7575A9B7-F117-464D-998B-03787E0128C3}" presName="root" presStyleCnt="0">
        <dgm:presLayoutVars>
          <dgm:dir/>
          <dgm:resizeHandles val="exact"/>
        </dgm:presLayoutVars>
      </dgm:prSet>
      <dgm:spPr/>
    </dgm:pt>
    <dgm:pt modelId="{8B2C5506-7C2A-489E-B8A7-026C9DEEED75}" type="pres">
      <dgm:prSet presAssocID="{3ABD30B9-6462-4BC4-AC30-C446A65D87E4}" presName="compNode" presStyleCnt="0"/>
      <dgm:spPr/>
    </dgm:pt>
    <dgm:pt modelId="{01851541-CDB8-4E15-89CF-98C531449544}" type="pres">
      <dgm:prSet presAssocID="{3ABD30B9-6462-4BC4-AC30-C446A65D87E4}" presName="bgRect" presStyleLbl="bgShp" presStyleIdx="0" presStyleCnt="2"/>
      <dgm:spPr/>
    </dgm:pt>
    <dgm:pt modelId="{9AC807B3-2D7E-4017-8B60-820067582686}" type="pres">
      <dgm:prSet presAssocID="{3ABD30B9-6462-4BC4-AC30-C446A65D87E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dador"/>
        </a:ext>
      </dgm:extLst>
    </dgm:pt>
    <dgm:pt modelId="{319BC2AB-DFF2-4C6F-92D7-C9E2E38EF596}" type="pres">
      <dgm:prSet presAssocID="{3ABD30B9-6462-4BC4-AC30-C446A65D87E4}" presName="spaceRect" presStyleCnt="0"/>
      <dgm:spPr/>
    </dgm:pt>
    <dgm:pt modelId="{6F0E690C-8571-487F-B44F-2D9A02019E9C}" type="pres">
      <dgm:prSet presAssocID="{3ABD30B9-6462-4BC4-AC30-C446A65D87E4}" presName="parTx" presStyleLbl="revTx" presStyleIdx="0" presStyleCnt="4">
        <dgm:presLayoutVars>
          <dgm:chMax val="0"/>
          <dgm:chPref val="0"/>
        </dgm:presLayoutVars>
      </dgm:prSet>
      <dgm:spPr/>
    </dgm:pt>
    <dgm:pt modelId="{E1E40083-B2D9-411B-B379-0DF0CC4CD698}" type="pres">
      <dgm:prSet presAssocID="{3ABD30B9-6462-4BC4-AC30-C446A65D87E4}" presName="desTx" presStyleLbl="revTx" presStyleIdx="1" presStyleCnt="4">
        <dgm:presLayoutVars/>
      </dgm:prSet>
      <dgm:spPr/>
    </dgm:pt>
    <dgm:pt modelId="{0B6A1393-25E3-48C2-89CA-6009CEF939A6}" type="pres">
      <dgm:prSet presAssocID="{FCC8445F-FB6C-4F3F-B28A-5014C3DF31BB}" presName="sibTrans" presStyleCnt="0"/>
      <dgm:spPr/>
    </dgm:pt>
    <dgm:pt modelId="{315F9689-A9BD-4D8A-8FF4-9042C9BF2F44}" type="pres">
      <dgm:prSet presAssocID="{66E0202E-CE7F-4765-80E4-7B5C5C4F43C3}" presName="compNode" presStyleCnt="0"/>
      <dgm:spPr/>
    </dgm:pt>
    <dgm:pt modelId="{128E7F57-9356-4397-949B-88AE33E9624A}" type="pres">
      <dgm:prSet presAssocID="{66E0202E-CE7F-4765-80E4-7B5C5C4F43C3}" presName="bgRect" presStyleLbl="bgShp" presStyleIdx="1" presStyleCnt="2"/>
      <dgm:spPr/>
    </dgm:pt>
    <dgm:pt modelId="{33FA9565-0392-4F07-901F-ECBA64E07C3D}" type="pres">
      <dgm:prSet presAssocID="{66E0202E-CE7F-4765-80E4-7B5C5C4F43C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8C43B22D-B1FB-4292-92B8-A29F8BA7DDB6}" type="pres">
      <dgm:prSet presAssocID="{66E0202E-CE7F-4765-80E4-7B5C5C4F43C3}" presName="spaceRect" presStyleCnt="0"/>
      <dgm:spPr/>
    </dgm:pt>
    <dgm:pt modelId="{7F637725-4057-43CE-BF38-C721249C0A99}" type="pres">
      <dgm:prSet presAssocID="{66E0202E-CE7F-4765-80E4-7B5C5C4F43C3}" presName="parTx" presStyleLbl="revTx" presStyleIdx="2" presStyleCnt="4">
        <dgm:presLayoutVars>
          <dgm:chMax val="0"/>
          <dgm:chPref val="0"/>
        </dgm:presLayoutVars>
      </dgm:prSet>
      <dgm:spPr/>
    </dgm:pt>
    <dgm:pt modelId="{15EB86BF-28C8-4C94-89FA-B178991FCAF0}" type="pres">
      <dgm:prSet presAssocID="{66E0202E-CE7F-4765-80E4-7B5C5C4F43C3}" presName="desTx" presStyleLbl="revTx" presStyleIdx="3" presStyleCnt="4">
        <dgm:presLayoutVars/>
      </dgm:prSet>
      <dgm:spPr/>
    </dgm:pt>
  </dgm:ptLst>
  <dgm:cxnLst>
    <dgm:cxn modelId="{7EA46A07-6A5A-4FD0-9DCF-39B9AEF90410}" srcId="{66E0202E-CE7F-4765-80E4-7B5C5C4F43C3}" destId="{81DD04D8-0ABD-4AD1-A83C-2192A0966BF6}" srcOrd="0" destOrd="0" parTransId="{77F16BCE-B02D-49E2-90E4-7D85CC2C548A}" sibTransId="{B4F3E7D6-1414-48B4-9236-310C7EF714E2}"/>
    <dgm:cxn modelId="{29514B63-CC51-41F1-B2C9-6BAC5558BF53}" type="presOf" srcId="{7575A9B7-F117-464D-998B-03787E0128C3}" destId="{3A7008B7-A361-4644-8D04-E5AA60F92C5A}" srcOrd="0" destOrd="0" presId="urn:microsoft.com/office/officeart/2018/2/layout/IconVerticalSolidList"/>
    <dgm:cxn modelId="{8B7A5143-974E-4D57-8E06-0F0FE33658E4}" srcId="{3ABD30B9-6462-4BC4-AC30-C446A65D87E4}" destId="{886134D4-F112-4E6A-B8DD-65C4295547AD}" srcOrd="1" destOrd="0" parTransId="{AB0584FF-1E27-472D-80A9-CA6DB903E9F1}" sibTransId="{8B6E9E0F-C76D-4C1B-BB0E-B2B31526CFA4}"/>
    <dgm:cxn modelId="{4DAC1968-82A0-48B9-B133-2B8DDC1900C4}" type="presOf" srcId="{3ABD30B9-6462-4BC4-AC30-C446A65D87E4}" destId="{6F0E690C-8571-487F-B44F-2D9A02019E9C}" srcOrd="0" destOrd="0" presId="urn:microsoft.com/office/officeart/2018/2/layout/IconVerticalSolidList"/>
    <dgm:cxn modelId="{756F6450-DCC4-4367-B022-58A569BA1B95}" type="presOf" srcId="{886134D4-F112-4E6A-B8DD-65C4295547AD}" destId="{E1E40083-B2D9-411B-B379-0DF0CC4CD698}" srcOrd="0" destOrd="1" presId="urn:microsoft.com/office/officeart/2018/2/layout/IconVerticalSolidList"/>
    <dgm:cxn modelId="{CB3D8C8C-9CA4-43B6-83EC-B01C4EF38A4F}" type="presOf" srcId="{81DD04D8-0ABD-4AD1-A83C-2192A0966BF6}" destId="{15EB86BF-28C8-4C94-89FA-B178991FCAF0}" srcOrd="0" destOrd="0" presId="urn:microsoft.com/office/officeart/2018/2/layout/IconVerticalSolidList"/>
    <dgm:cxn modelId="{0F723290-FF49-4EDE-BDC8-D9F217E6A702}" srcId="{66E0202E-CE7F-4765-80E4-7B5C5C4F43C3}" destId="{61487641-D3B1-4C23-9DB4-73CFC6B15333}" srcOrd="1" destOrd="0" parTransId="{DEBC4A5E-9962-4F62-B0A7-6C65158720AF}" sibTransId="{2980B536-2C74-4520-BE2B-4D24C87C6A81}"/>
    <dgm:cxn modelId="{55A08890-6B70-420B-A968-EEC88ED16460}" type="presOf" srcId="{66E0202E-CE7F-4765-80E4-7B5C5C4F43C3}" destId="{7F637725-4057-43CE-BF38-C721249C0A99}" srcOrd="0" destOrd="0" presId="urn:microsoft.com/office/officeart/2018/2/layout/IconVerticalSolidList"/>
    <dgm:cxn modelId="{19407BBA-E053-4C3C-8903-52290032697F}" type="presOf" srcId="{61487641-D3B1-4C23-9DB4-73CFC6B15333}" destId="{15EB86BF-28C8-4C94-89FA-B178991FCAF0}" srcOrd="0" destOrd="1" presId="urn:microsoft.com/office/officeart/2018/2/layout/IconVerticalSolidList"/>
    <dgm:cxn modelId="{478A43BC-0219-4BB9-8A5B-D3B804881C6F}" srcId="{7575A9B7-F117-464D-998B-03787E0128C3}" destId="{3ABD30B9-6462-4BC4-AC30-C446A65D87E4}" srcOrd="0" destOrd="0" parTransId="{70003C65-5F08-4FE2-BDA3-6F969B4BD342}" sibTransId="{FCC8445F-FB6C-4F3F-B28A-5014C3DF31BB}"/>
    <dgm:cxn modelId="{DBC545CC-D7DB-44F9-BFAB-7B24BFA734C3}" srcId="{7575A9B7-F117-464D-998B-03787E0128C3}" destId="{66E0202E-CE7F-4765-80E4-7B5C5C4F43C3}" srcOrd="1" destOrd="0" parTransId="{E4900B1F-7B64-4D36-B7A4-E8BAFE6191C5}" sibTransId="{B719933A-79D9-4907-99A6-84D4AAF5E7C5}"/>
    <dgm:cxn modelId="{9DA269E5-FF6D-4E01-AB2B-9CE376CFE1B5}" type="presOf" srcId="{884677AA-B027-4638-B093-996A3E67413B}" destId="{E1E40083-B2D9-411B-B379-0DF0CC4CD698}" srcOrd="0" destOrd="0" presId="urn:microsoft.com/office/officeart/2018/2/layout/IconVerticalSolidList"/>
    <dgm:cxn modelId="{F6002BE9-B9DA-403F-ABBB-C6DDBF367205}" srcId="{3ABD30B9-6462-4BC4-AC30-C446A65D87E4}" destId="{884677AA-B027-4638-B093-996A3E67413B}" srcOrd="0" destOrd="0" parTransId="{E6AEFF90-EE51-44E3-A22D-D2350129BC2B}" sibTransId="{5B015EE8-E5E8-4C90-8A17-F69622BAF80A}"/>
    <dgm:cxn modelId="{05B14651-EDEC-4CF7-961F-BCAD3A7BD91C}" type="presParOf" srcId="{3A7008B7-A361-4644-8D04-E5AA60F92C5A}" destId="{8B2C5506-7C2A-489E-B8A7-026C9DEEED75}" srcOrd="0" destOrd="0" presId="urn:microsoft.com/office/officeart/2018/2/layout/IconVerticalSolidList"/>
    <dgm:cxn modelId="{0A6280A1-A93F-43A5-A56A-F9937CB7DB6B}" type="presParOf" srcId="{8B2C5506-7C2A-489E-B8A7-026C9DEEED75}" destId="{01851541-CDB8-4E15-89CF-98C531449544}" srcOrd="0" destOrd="0" presId="urn:microsoft.com/office/officeart/2018/2/layout/IconVerticalSolidList"/>
    <dgm:cxn modelId="{FC7B7EAC-547F-4727-9DFA-BB0118932150}" type="presParOf" srcId="{8B2C5506-7C2A-489E-B8A7-026C9DEEED75}" destId="{9AC807B3-2D7E-4017-8B60-820067582686}" srcOrd="1" destOrd="0" presId="urn:microsoft.com/office/officeart/2018/2/layout/IconVerticalSolidList"/>
    <dgm:cxn modelId="{FE8FFD1A-4FE1-4633-BDCA-EF46030A4B4A}" type="presParOf" srcId="{8B2C5506-7C2A-489E-B8A7-026C9DEEED75}" destId="{319BC2AB-DFF2-4C6F-92D7-C9E2E38EF596}" srcOrd="2" destOrd="0" presId="urn:microsoft.com/office/officeart/2018/2/layout/IconVerticalSolidList"/>
    <dgm:cxn modelId="{4E286AA3-26E6-4A8D-A525-631980F5A291}" type="presParOf" srcId="{8B2C5506-7C2A-489E-B8A7-026C9DEEED75}" destId="{6F0E690C-8571-487F-B44F-2D9A02019E9C}" srcOrd="3" destOrd="0" presId="urn:microsoft.com/office/officeart/2018/2/layout/IconVerticalSolidList"/>
    <dgm:cxn modelId="{5801EA52-283E-43D6-A6B6-9EEDCE781E5C}" type="presParOf" srcId="{8B2C5506-7C2A-489E-B8A7-026C9DEEED75}" destId="{E1E40083-B2D9-411B-B379-0DF0CC4CD698}" srcOrd="4" destOrd="0" presId="urn:microsoft.com/office/officeart/2018/2/layout/IconVerticalSolidList"/>
    <dgm:cxn modelId="{D0834A58-5FC3-4B2B-BEFE-15A38D92B736}" type="presParOf" srcId="{3A7008B7-A361-4644-8D04-E5AA60F92C5A}" destId="{0B6A1393-25E3-48C2-89CA-6009CEF939A6}" srcOrd="1" destOrd="0" presId="urn:microsoft.com/office/officeart/2018/2/layout/IconVerticalSolidList"/>
    <dgm:cxn modelId="{134A3A5A-CD38-4562-B7C5-CFBF7C487851}" type="presParOf" srcId="{3A7008B7-A361-4644-8D04-E5AA60F92C5A}" destId="{315F9689-A9BD-4D8A-8FF4-9042C9BF2F44}" srcOrd="2" destOrd="0" presId="urn:microsoft.com/office/officeart/2018/2/layout/IconVerticalSolidList"/>
    <dgm:cxn modelId="{FA8713C4-226A-4CCA-BE1F-216B301D18FA}" type="presParOf" srcId="{315F9689-A9BD-4D8A-8FF4-9042C9BF2F44}" destId="{128E7F57-9356-4397-949B-88AE33E9624A}" srcOrd="0" destOrd="0" presId="urn:microsoft.com/office/officeart/2018/2/layout/IconVerticalSolidList"/>
    <dgm:cxn modelId="{6FDADBA0-3703-47B9-AF8C-05B8602D91CC}" type="presParOf" srcId="{315F9689-A9BD-4D8A-8FF4-9042C9BF2F44}" destId="{33FA9565-0392-4F07-901F-ECBA64E07C3D}" srcOrd="1" destOrd="0" presId="urn:microsoft.com/office/officeart/2018/2/layout/IconVerticalSolidList"/>
    <dgm:cxn modelId="{31746D74-3087-4F6B-BB36-50E69EC2153B}" type="presParOf" srcId="{315F9689-A9BD-4D8A-8FF4-9042C9BF2F44}" destId="{8C43B22D-B1FB-4292-92B8-A29F8BA7DDB6}" srcOrd="2" destOrd="0" presId="urn:microsoft.com/office/officeart/2018/2/layout/IconVerticalSolidList"/>
    <dgm:cxn modelId="{12F71229-BB2A-4076-948F-7B15E77DD9FA}" type="presParOf" srcId="{315F9689-A9BD-4D8A-8FF4-9042C9BF2F44}" destId="{7F637725-4057-43CE-BF38-C721249C0A99}" srcOrd="3" destOrd="0" presId="urn:microsoft.com/office/officeart/2018/2/layout/IconVerticalSolidList"/>
    <dgm:cxn modelId="{E0E706FF-1298-466D-8B45-0FD7C80B7C4B}" type="presParOf" srcId="{315F9689-A9BD-4D8A-8FF4-9042C9BF2F44}" destId="{15EB86BF-28C8-4C94-89FA-B178991FCAF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C9EE8-57DD-43AB-A94A-BB6C929230C1}">
      <dsp:nvSpPr>
        <dsp:cNvPr id="0" name=""/>
        <dsp:cNvSpPr/>
      </dsp:nvSpPr>
      <dsp:spPr>
        <a:xfrm>
          <a:off x="0" y="0"/>
          <a:ext cx="6131560" cy="12280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O Problema: Planeamento de férias disperso por várias plataformas.</a:t>
          </a:r>
          <a:endParaRPr lang="en-US" sz="2400" kern="1200" dirty="0"/>
        </a:p>
      </dsp:txBody>
      <dsp:txXfrm>
        <a:off x="35968" y="35968"/>
        <a:ext cx="4806404" cy="1156108"/>
      </dsp:txXfrm>
    </dsp:sp>
    <dsp:sp modelId="{B94D2D19-8394-47F6-9088-FFF090AD5C12}">
      <dsp:nvSpPr>
        <dsp:cNvPr id="0" name=""/>
        <dsp:cNvSpPr/>
      </dsp:nvSpPr>
      <dsp:spPr>
        <a:xfrm>
          <a:off x="541019" y="1432718"/>
          <a:ext cx="6131560" cy="12280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A Solução: 'Escapadinhas' centraliza itinerários, alojamentos e meteorologia.</a:t>
          </a:r>
          <a:endParaRPr lang="en-US" sz="2400" kern="1200" dirty="0"/>
        </a:p>
      </dsp:txBody>
      <dsp:txXfrm>
        <a:off x="576987" y="1468686"/>
        <a:ext cx="4720375" cy="1156108"/>
      </dsp:txXfrm>
    </dsp:sp>
    <dsp:sp modelId="{B438AA27-1290-4E76-A913-21A768351080}">
      <dsp:nvSpPr>
        <dsp:cNvPr id="0" name=""/>
        <dsp:cNvSpPr/>
      </dsp:nvSpPr>
      <dsp:spPr>
        <a:xfrm>
          <a:off x="1082039" y="2865437"/>
          <a:ext cx="6131560" cy="12280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kern="1200" dirty="0"/>
            <a:t>Tecnologias: HTML, CSS, JavaScript (</a:t>
          </a:r>
          <a:r>
            <a:rPr lang="pt-PT" sz="2400" kern="1200" dirty="0" err="1"/>
            <a:t>Front-end</a:t>
          </a:r>
          <a:r>
            <a:rPr lang="pt-PT" sz="2400" kern="1200" dirty="0"/>
            <a:t>), Open-</a:t>
          </a:r>
          <a:r>
            <a:rPr lang="pt-PT" sz="2400" kern="1200" dirty="0" err="1"/>
            <a:t>Meteo</a:t>
          </a:r>
          <a:r>
            <a:rPr lang="pt-PT" sz="2400" kern="1200" dirty="0"/>
            <a:t>, JSON Server.</a:t>
          </a:r>
          <a:endParaRPr lang="en-US" sz="2400" kern="1200" dirty="0"/>
        </a:p>
      </dsp:txBody>
      <dsp:txXfrm>
        <a:off x="1118007" y="2901405"/>
        <a:ext cx="4720375" cy="1156108"/>
      </dsp:txXfrm>
    </dsp:sp>
    <dsp:sp modelId="{CACE92A7-2582-482F-B0AB-23EC4F5E34D7}">
      <dsp:nvSpPr>
        <dsp:cNvPr id="0" name=""/>
        <dsp:cNvSpPr/>
      </dsp:nvSpPr>
      <dsp:spPr>
        <a:xfrm>
          <a:off x="5333331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5512932" y="931267"/>
        <a:ext cx="439026" cy="600667"/>
      </dsp:txXfrm>
    </dsp:sp>
    <dsp:sp modelId="{8A2E830B-6536-4192-BD5F-AC6F97749605}">
      <dsp:nvSpPr>
        <dsp:cNvPr id="0" name=""/>
        <dsp:cNvSpPr/>
      </dsp:nvSpPr>
      <dsp:spPr>
        <a:xfrm>
          <a:off x="5874351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53952" y="2355798"/>
        <a:ext cx="439026" cy="600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59A54-28E7-4254-83E1-7100C773A8A0}">
      <dsp:nvSpPr>
        <dsp:cNvPr id="0" name=""/>
        <dsp:cNvSpPr/>
      </dsp:nvSpPr>
      <dsp:spPr>
        <a:xfrm>
          <a:off x="0" y="0"/>
          <a:ext cx="5157787" cy="853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 dirty="0"/>
            <a:t>T1: Consulta meteorológica num ambiente rápido via Open-</a:t>
          </a:r>
          <a:r>
            <a:rPr lang="pt-PT" sz="2000" kern="1200" dirty="0" err="1"/>
            <a:t>Meteo</a:t>
          </a:r>
          <a:r>
            <a:rPr lang="pt-PT" sz="2000" kern="1200" dirty="0"/>
            <a:t>.</a:t>
          </a:r>
          <a:endParaRPr lang="en-US" sz="2000" kern="1200" dirty="0"/>
        </a:p>
      </dsp:txBody>
      <dsp:txXfrm>
        <a:off x="25010" y="25010"/>
        <a:ext cx="4164189" cy="803896"/>
      </dsp:txXfrm>
    </dsp:sp>
    <dsp:sp modelId="{C1BFD5F9-3E6D-4DA2-A6A2-14F9C8972055}">
      <dsp:nvSpPr>
        <dsp:cNvPr id="0" name=""/>
        <dsp:cNvSpPr/>
      </dsp:nvSpPr>
      <dsp:spPr>
        <a:xfrm>
          <a:off x="431964" y="1009173"/>
          <a:ext cx="5157787" cy="853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T2: Gestão de imóveis (operações de CRUD) efetuada pelo Gestor.</a:t>
          </a:r>
          <a:endParaRPr lang="en-US" sz="2000" kern="1200"/>
        </a:p>
      </dsp:txBody>
      <dsp:txXfrm>
        <a:off x="456974" y="1034183"/>
        <a:ext cx="4120757" cy="803896"/>
      </dsp:txXfrm>
    </dsp:sp>
    <dsp:sp modelId="{4A5A7BCB-14FE-48B5-8B24-27A0AAFE235D}">
      <dsp:nvSpPr>
        <dsp:cNvPr id="0" name=""/>
        <dsp:cNvSpPr/>
      </dsp:nvSpPr>
      <dsp:spPr>
        <a:xfrm>
          <a:off x="857482" y="2018347"/>
          <a:ext cx="5157787" cy="853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T3: Criação pró-ativa de Planos de Férias e associação à conta.</a:t>
          </a:r>
          <a:endParaRPr lang="en-US" sz="2000" kern="1200"/>
        </a:p>
      </dsp:txBody>
      <dsp:txXfrm>
        <a:off x="882492" y="2043357"/>
        <a:ext cx="4127204" cy="803896"/>
      </dsp:txXfrm>
    </dsp:sp>
    <dsp:sp modelId="{F255E179-B5F9-4353-818D-643BF604AB52}">
      <dsp:nvSpPr>
        <dsp:cNvPr id="0" name=""/>
        <dsp:cNvSpPr/>
      </dsp:nvSpPr>
      <dsp:spPr>
        <a:xfrm>
          <a:off x="1289446" y="3027520"/>
          <a:ext cx="5157787" cy="85391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kern="1200"/>
            <a:t>T4: Edição dinâmica e remoção dos Planos de Férias planeados.</a:t>
          </a:r>
          <a:endParaRPr lang="en-US" sz="2000" kern="1200"/>
        </a:p>
      </dsp:txBody>
      <dsp:txXfrm>
        <a:off x="1314456" y="3052530"/>
        <a:ext cx="4120757" cy="803896"/>
      </dsp:txXfrm>
    </dsp:sp>
    <dsp:sp modelId="{2CBF85D7-7575-489E-AE6D-03409B504D56}">
      <dsp:nvSpPr>
        <dsp:cNvPr id="0" name=""/>
        <dsp:cNvSpPr/>
      </dsp:nvSpPr>
      <dsp:spPr>
        <a:xfrm>
          <a:off x="4602741" y="654022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4727626" y="654022"/>
        <a:ext cx="305275" cy="417671"/>
      </dsp:txXfrm>
    </dsp:sp>
    <dsp:sp modelId="{E2295867-C97A-435A-9196-7C8A59D491D1}">
      <dsp:nvSpPr>
        <dsp:cNvPr id="0" name=""/>
        <dsp:cNvSpPr/>
      </dsp:nvSpPr>
      <dsp:spPr>
        <a:xfrm>
          <a:off x="5034706" y="1663195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159591" y="1663195"/>
        <a:ext cx="305275" cy="417671"/>
      </dsp:txXfrm>
    </dsp:sp>
    <dsp:sp modelId="{DE478184-8A40-4F83-95C2-C7811F746CCD}">
      <dsp:nvSpPr>
        <dsp:cNvPr id="0" name=""/>
        <dsp:cNvSpPr/>
      </dsp:nvSpPr>
      <dsp:spPr>
        <a:xfrm>
          <a:off x="5460223" y="2672369"/>
          <a:ext cx="555045" cy="55504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270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5585108" y="2672369"/>
        <a:ext cx="305275" cy="4176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3C2390-2FFE-4963-AF19-0B00DBCB9480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942B0E-7066-4879-A93F-B01C37C8A201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64128-B744-4FAE-B102-D3F193DBE887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 dirty="0"/>
            <a:t>Protocolo: Processo '</a:t>
          </a:r>
          <a:r>
            <a:rPr lang="pt-PT" sz="2300" kern="1200" dirty="0" err="1"/>
            <a:t>Think</a:t>
          </a:r>
          <a:r>
            <a:rPr lang="pt-PT" sz="2300" kern="1200" dirty="0"/>
            <a:t> </a:t>
          </a:r>
          <a:r>
            <a:rPr lang="pt-PT" sz="2300" kern="1200" dirty="0" err="1"/>
            <a:t>Aloud</a:t>
          </a:r>
          <a:r>
            <a:rPr lang="pt-PT" sz="2300" kern="1200" dirty="0"/>
            <a:t>' para observação de dúvidas e do sucesso.</a:t>
          </a:r>
          <a:endParaRPr lang="en-US" sz="2300" kern="1200" dirty="0"/>
        </a:p>
      </dsp:txBody>
      <dsp:txXfrm>
        <a:off x="1350519" y="499"/>
        <a:ext cx="5863080" cy="1169280"/>
      </dsp:txXfrm>
    </dsp:sp>
    <dsp:sp modelId="{89AAFD40-AD7A-4DDB-8E0B-25644561D1A9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75E93-C932-460A-951C-3208558A9204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168BED-CE38-4358-9954-F7D9E16AA28B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Amostra: 5 utilizadores (representativos dos 2 perfis da plataforma).</a:t>
          </a:r>
          <a:endParaRPr lang="en-US" sz="2300" kern="1200"/>
        </a:p>
      </dsp:txBody>
      <dsp:txXfrm>
        <a:off x="1350519" y="1462100"/>
        <a:ext cx="5863080" cy="1169280"/>
      </dsp:txXfrm>
    </dsp:sp>
    <dsp:sp modelId="{D17FCB25-EE18-40E3-87A8-462CBB31F94F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3E85EE-F890-42BB-A0E1-F30A0C1937E7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A5ABE-F139-4099-B5E9-8657F2648C7D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300" kern="1200"/>
            <a:t>Métricas Extraídas: Tempos por tarefa e a taxa de sucesso ou insucesso global nas ações.</a:t>
          </a:r>
          <a:endParaRPr lang="en-US" sz="2300" kern="1200"/>
        </a:p>
      </dsp:txBody>
      <dsp:txXfrm>
        <a:off x="1350519" y="2923701"/>
        <a:ext cx="5863080" cy="1169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51541-CDB8-4E15-89CF-98C531449544}">
      <dsp:nvSpPr>
        <dsp:cNvPr id="0" name=""/>
        <dsp:cNvSpPr/>
      </dsp:nvSpPr>
      <dsp:spPr>
        <a:xfrm>
          <a:off x="0" y="665190"/>
          <a:ext cx="7213600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807B3-2D7E-4017-8B60-820067582686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E690C-8571-487F-B44F-2D9A02019E9C}">
      <dsp:nvSpPr>
        <dsp:cNvPr id="0" name=""/>
        <dsp:cNvSpPr/>
      </dsp:nvSpPr>
      <dsp:spPr>
        <a:xfrm>
          <a:off x="1418391" y="665190"/>
          <a:ext cx="3246120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Desempenho Impecável:</a:t>
          </a:r>
          <a:endParaRPr lang="en-US" sz="2500" kern="1200"/>
        </a:p>
      </dsp:txBody>
      <dsp:txXfrm>
        <a:off x="1418391" y="665190"/>
        <a:ext cx="3246120" cy="1228044"/>
      </dsp:txXfrm>
    </dsp:sp>
    <dsp:sp modelId="{E1E40083-B2D9-411B-B379-0DF0CC4CD698}">
      <dsp:nvSpPr>
        <dsp:cNvPr id="0" name=""/>
        <dsp:cNvSpPr/>
      </dsp:nvSpPr>
      <dsp:spPr>
        <a:xfrm>
          <a:off x="4664511" y="665190"/>
          <a:ext cx="254908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Taxa de Sucesso: 100% de término em todas as tarefas solicitadas.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Erros: Apenas 2 percalços e 4 pedidos de ajuda em 5 sessões (Excelente).</a:t>
          </a:r>
          <a:endParaRPr lang="en-US" sz="1100" kern="1200"/>
        </a:p>
      </dsp:txBody>
      <dsp:txXfrm>
        <a:off x="4664511" y="665190"/>
        <a:ext cx="2549088" cy="1228044"/>
      </dsp:txXfrm>
    </dsp:sp>
    <dsp:sp modelId="{128E7F57-9356-4397-949B-88AE33E9624A}">
      <dsp:nvSpPr>
        <dsp:cNvPr id="0" name=""/>
        <dsp:cNvSpPr/>
      </dsp:nvSpPr>
      <dsp:spPr>
        <a:xfrm>
          <a:off x="0" y="2200246"/>
          <a:ext cx="7213600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A9565-0392-4F07-901F-ECBA64E07C3D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37725-4057-43CE-BF38-C721249C0A99}">
      <dsp:nvSpPr>
        <dsp:cNvPr id="0" name=""/>
        <dsp:cNvSpPr/>
      </dsp:nvSpPr>
      <dsp:spPr>
        <a:xfrm>
          <a:off x="1418391" y="2200246"/>
          <a:ext cx="3246120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/>
            <a:t>Pontuação Oficial SUS Score:</a:t>
          </a:r>
          <a:endParaRPr lang="en-US" sz="2500" kern="1200"/>
        </a:p>
      </dsp:txBody>
      <dsp:txXfrm>
        <a:off x="1418391" y="2200246"/>
        <a:ext cx="3246120" cy="1228044"/>
      </dsp:txXfrm>
    </dsp:sp>
    <dsp:sp modelId="{15EB86BF-28C8-4C94-89FA-B178991FCAF0}">
      <dsp:nvSpPr>
        <dsp:cNvPr id="0" name=""/>
        <dsp:cNvSpPr/>
      </dsp:nvSpPr>
      <dsp:spPr>
        <a:xfrm>
          <a:off x="4664511" y="2200246"/>
          <a:ext cx="2549088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Nota apurada: 91.0 Pontos de classificação.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100" kern="1200"/>
            <a:t>Grau Final: 'Excelente (Grau A)' na Escala System Usability Scale.</a:t>
          </a:r>
          <a:endParaRPr lang="en-US" sz="1100" kern="1200"/>
        </a:p>
      </dsp:txBody>
      <dsp:txXfrm>
        <a:off x="4664511" y="2200246"/>
        <a:ext cx="2549088" cy="12280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69CC1-8EEE-46C7-B492-8B291CD5FA6A}" type="datetimeFigureOut">
              <a:rPr lang="pt-PT" smtClean="0"/>
              <a:t>21/04/2026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767E5-0F21-49D0-84FA-E48472F5F92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25488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O que dizer</a:t>
            </a:r>
            <a:r>
              <a:rPr lang="pt-PT" dirty="0"/>
              <a:t>: Apresenta o título do projeto, "Escapadinhas" , e explica que se trata de uma plataforma web de planeamento de férias desenvolvida para a UC de Tecnologias para a Web e Ambientes Móveis. Identifica-te a ti e ao teu colega (Miguel e Francisco).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54663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dizer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Explica que o objetivo principal é criar uma plataforma que centralize o planeamento de viagens , eliminando a necessidade de usar várias apps separadas (clima, notas, reservas).</a:t>
            </a: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0920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O que dizer</a:t>
            </a:r>
            <a:r>
              <a:rPr lang="pt-PT" dirty="0"/>
              <a:t>: Define os três tipos de utilizadores: o </a:t>
            </a:r>
            <a:r>
              <a:rPr lang="pt-PT" b="1" dirty="0"/>
              <a:t>Não Autenticado</a:t>
            </a:r>
            <a:r>
              <a:rPr lang="pt-PT" dirty="0"/>
              <a:t> (apenas consulta metrologia) , o </a:t>
            </a:r>
            <a:r>
              <a:rPr lang="pt-PT" b="1" dirty="0"/>
              <a:t>Planeador</a:t>
            </a:r>
            <a:r>
              <a:rPr lang="pt-PT" dirty="0"/>
              <a:t> (cria itinerários) e o </a:t>
            </a:r>
            <a:r>
              <a:rPr lang="pt-PT" b="1" dirty="0"/>
              <a:t>Gestor de Propriedades</a:t>
            </a:r>
            <a:r>
              <a:rPr lang="pt-PT" dirty="0"/>
              <a:t> (gere imóveis).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959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O que dizer</a:t>
            </a:r>
            <a:r>
              <a:rPr lang="pt-PT" dirty="0"/>
              <a:t>: Menciona que o foco está nas quatro tarefas críticas: consultar meteorologia (T1) , gerir imóveis (T2) , guardar planos (T3) e editar/eliminar planos (T4).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13200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O que dizer</a:t>
            </a:r>
            <a:r>
              <a:rPr lang="pt-PT" dirty="0"/>
              <a:t>: Descreve o processo de evolução do design : desde os esboços à mão (storyboard) , passando pelos </a:t>
            </a:r>
            <a:r>
              <a:rPr lang="pt-PT" dirty="0" err="1"/>
              <a:t>wireframes</a:t>
            </a:r>
            <a:r>
              <a:rPr lang="pt-PT" dirty="0"/>
              <a:t> modulares no </a:t>
            </a:r>
            <a:r>
              <a:rPr lang="pt-PT" dirty="0" err="1"/>
              <a:t>Figma</a:t>
            </a:r>
            <a:r>
              <a:rPr lang="pt-PT" dirty="0"/>
              <a:t> , até ao código HTML interativo para testes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9433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b="1" dirty="0"/>
              <a:t>O que dizer</a:t>
            </a:r>
            <a:r>
              <a:rPr lang="pt-PT" dirty="0"/>
              <a:t>: Mostra os desenhos de baixa fidelidade. Explica o caminho base que o utilizador percorre desde a </a:t>
            </a:r>
            <a:r>
              <a:rPr lang="pt-PT" dirty="0" err="1"/>
              <a:t>Landing</a:t>
            </a:r>
            <a:r>
              <a:rPr lang="pt-PT" dirty="0"/>
              <a:t> </a:t>
            </a:r>
            <a:r>
              <a:rPr lang="pt-PT" dirty="0" err="1"/>
              <a:t>Page</a:t>
            </a:r>
            <a:r>
              <a:rPr lang="pt-PT" dirty="0"/>
              <a:t> até ao </a:t>
            </a:r>
            <a:r>
              <a:rPr lang="pt-PT" dirty="0" err="1"/>
              <a:t>dashboard</a:t>
            </a:r>
            <a:r>
              <a:rPr lang="pt-PT" dirty="0"/>
              <a:t> e à vista de "Meus Planos".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2786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dirty="0"/>
              <a:t>Apresenta as interfaces de média fidelidade. Destaca a consistência visual e o uso de padrões familiares , como o formulário de login e os botões de ação destacados.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7154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Partilha os resultados dos testes com 5 participantes. Destaca a taxa de sucesso de 100% e a excelente pontuação média de </a:t>
            </a:r>
            <a:r>
              <a:rPr lang="pt-PT" b="1" dirty="0"/>
              <a:t>91,0</a:t>
            </a:r>
            <a:r>
              <a:rPr lang="pt-PT" dirty="0"/>
              <a:t> na escala SUS.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72438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Partilha os resultados dos testes com 5 participantes. Destaca a taxa de sucesso de 100% e a excelente pontuação média de 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91,0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escala SUS.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5675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Sê honesto sobre o que falhou: a tarefa T5 (adicionar imóvel) gerou confusão devido a dois botões duplicados. A solução será manter apenas um botão "Adicionar Imóvel" em destaque.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40043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Explica que usaram o Claude exclusivamente para transformar o design do </a:t>
            </a:r>
            <a:r>
              <a:rPr lang="pt-PT" dirty="0" err="1"/>
              <a:t>Figma</a:t>
            </a:r>
            <a:r>
              <a:rPr lang="pt-PT" dirty="0"/>
              <a:t> em HTML interativo para os testes. Reforça que a lógica, o design e a análise foram 100% vossa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53741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Resume a solidez do projeto na Fase 1. Para a Fase 2, o foco será a implementação real com JavaScript, a integração da API Open-</a:t>
            </a:r>
            <a:r>
              <a:rPr lang="pt-P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Meteo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o uso de JSON Server.</a:t>
            </a:r>
            <a:endParaRPr lang="pt-PT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767E5-0F21-49D0-84FA-E48472F5F925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1238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8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5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4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87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57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6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2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22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8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13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93447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0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46606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28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9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4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592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hyperlink" Target="https://www.figma.com/design/IRbDjkWWdgQtPkCBP1DkYH/Escapadinhas?node-id=0-1&amp;t=fQ7lXwpnN4TcB4WX-1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ipbejapt-my.sharepoint.com/:v:/g/personal/14060_stu_ipbeja_pt/IQAolnCzV9Z_Rpe7yZalorGKAdi1uhnNEhwzh7gJJyUsLMY?nav=eyJyZWZlcnJhbEluZm8iOnsicmVmZXJyYWxBcHAiOiJPbmVEcml2ZUZvckJ1c2luZXNzIiwicmVmZXJyYWxBcHBQbGF0Zm9ybSI6IldlYiIsInJlZmVycmFsTW9kZSI6InZpZXciLCJyZWZlcnJhbFZpZXciOiJNeUZpbGVzTGlua0NvcHkifX0&amp;e=3LvVvw" TargetMode="Externa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FA844EB-B4EF-4B2F-95CF-9E5C16B5B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27" name="Straight Connector 8">
              <a:extLst>
                <a:ext uri="{FF2B5EF4-FFF2-40B4-BE49-F238E27FC236}">
                  <a16:creationId xmlns:a16="http://schemas.microsoft.com/office/drawing/2014/main" id="{D31205C9-9B34-4789-AA9B-D7B86D3A1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C1E24DB-0094-4D06-8F57-85C95C874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DE703DF5-9BDF-42DB-9820-EDEAC68B0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2" name="Rectangle 25">
              <a:extLst>
                <a:ext uri="{FF2B5EF4-FFF2-40B4-BE49-F238E27FC236}">
                  <a16:creationId xmlns:a16="http://schemas.microsoft.com/office/drawing/2014/main" id="{045EAFA8-4C32-4942-9360-AB2082086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1" name="Isosceles Triangle 12">
              <a:extLst>
                <a:ext uri="{FF2B5EF4-FFF2-40B4-BE49-F238E27FC236}">
                  <a16:creationId xmlns:a16="http://schemas.microsoft.com/office/drawing/2014/main" id="{3CAD2203-A7B2-45D8-9240-A3542F0FD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5DC5EF1D-D76F-48F5-ACAF-7F209B646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3" name="Rectangle 28">
              <a:extLst>
                <a:ext uri="{FF2B5EF4-FFF2-40B4-BE49-F238E27FC236}">
                  <a16:creationId xmlns:a16="http://schemas.microsoft.com/office/drawing/2014/main" id="{C021030B-EC50-4CBB-847B-BF6FA8978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Rectangle 29">
              <a:extLst>
                <a:ext uri="{FF2B5EF4-FFF2-40B4-BE49-F238E27FC236}">
                  <a16:creationId xmlns:a16="http://schemas.microsoft.com/office/drawing/2014/main" id="{E8ACDF8F-1AEB-4514-AC25-BDD3A547F9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35" name="Isosceles Triangle 16">
              <a:extLst>
                <a:ext uri="{FF2B5EF4-FFF2-40B4-BE49-F238E27FC236}">
                  <a16:creationId xmlns:a16="http://schemas.microsoft.com/office/drawing/2014/main" id="{AD6FF1EB-A33A-4569-B7E2-09FD56D16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B844DC64-9C05-463C-B2AB-40225DA81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965032" y="0"/>
            <a:ext cx="9144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599781" y="3681413"/>
            <a:ext cx="3572669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93473" y="-8467"/>
            <a:ext cx="2255512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09947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06616" y="3048000"/>
            <a:ext cx="2444750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8241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6115" y="3589867"/>
            <a:ext cx="1362870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11615" y="-8467"/>
            <a:ext cx="5332385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609599"/>
            <a:ext cx="2882531" cy="55456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Projeto</a:t>
            </a:r>
            <a:r>
              <a:rPr lang="en-US" sz="36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36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Escapadinhas</a:t>
            </a:r>
            <a:r>
              <a:rPr lang="en-US" sz="36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(Fase 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7063" y="609600"/>
            <a:ext cx="4133472" cy="55456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buFont typeface="Wingdings 3" charset="2"/>
              <a:buChar char=""/>
            </a:pPr>
            <a:r>
              <a:rPr lang="en-US" noProof="0" dirty="0">
                <a:solidFill>
                  <a:srgbClr val="FFFFFF"/>
                </a:solidFill>
              </a:rPr>
              <a:t>Plataforma Web de </a:t>
            </a:r>
            <a:r>
              <a:rPr lang="en-US" noProof="0" dirty="0" err="1">
                <a:solidFill>
                  <a:srgbClr val="FFFFFF"/>
                </a:solidFill>
              </a:rPr>
              <a:t>Planeamento</a:t>
            </a:r>
            <a:r>
              <a:rPr lang="en-US" noProof="0" dirty="0">
                <a:solidFill>
                  <a:srgbClr val="FFFFFF"/>
                </a:solidFill>
              </a:rPr>
              <a:t> de </a:t>
            </a:r>
            <a:r>
              <a:rPr lang="en-US" noProof="0" dirty="0" err="1">
                <a:solidFill>
                  <a:srgbClr val="FFFFFF"/>
                </a:solidFill>
              </a:rPr>
              <a:t>Férias</a:t>
            </a:r>
            <a:endParaRPr lang="en-US" noProof="0" dirty="0">
              <a:solidFill>
                <a:srgbClr val="FFFFFF"/>
              </a:solidFill>
            </a:endParaRPr>
          </a:p>
          <a:p>
            <a:pPr algn="l">
              <a:buFont typeface="Wingdings 3" charset="2"/>
              <a:buChar char=""/>
            </a:pPr>
            <a:endParaRPr lang="en-US" noProof="0" dirty="0">
              <a:solidFill>
                <a:srgbClr val="FFFFFF"/>
              </a:solidFill>
            </a:endParaRPr>
          </a:p>
          <a:p>
            <a:pPr algn="l">
              <a:buFont typeface="Wingdings 3" charset="2"/>
              <a:buChar char=""/>
            </a:pPr>
            <a:r>
              <a:rPr lang="en-US" noProof="0" dirty="0">
                <a:solidFill>
                  <a:srgbClr val="FFFFFF"/>
                </a:solidFill>
              </a:rPr>
              <a:t>UC: </a:t>
            </a:r>
            <a:r>
              <a:rPr lang="en-US" noProof="0" dirty="0" err="1">
                <a:solidFill>
                  <a:srgbClr val="FFFFFF"/>
                </a:solidFill>
              </a:rPr>
              <a:t>Tecnologias</a:t>
            </a:r>
            <a:r>
              <a:rPr lang="en-US" noProof="0" dirty="0">
                <a:solidFill>
                  <a:srgbClr val="FFFFFF"/>
                </a:solidFill>
              </a:rPr>
              <a:t> para a Web e Ambientes </a:t>
            </a:r>
            <a:r>
              <a:rPr lang="en-US" noProof="0" dirty="0" err="1">
                <a:solidFill>
                  <a:srgbClr val="FFFFFF"/>
                </a:solidFill>
              </a:rPr>
              <a:t>Móveis</a:t>
            </a:r>
            <a:endParaRPr lang="en-US" noProof="0" dirty="0">
              <a:solidFill>
                <a:srgbClr val="FFFFFF"/>
              </a:solidFill>
            </a:endParaRPr>
          </a:p>
          <a:p>
            <a:pPr algn="l">
              <a:buFont typeface="Wingdings 3" charset="2"/>
              <a:buChar char=""/>
            </a:pPr>
            <a:r>
              <a:rPr lang="en-US" noProof="0" dirty="0" err="1">
                <a:solidFill>
                  <a:srgbClr val="FFFFFF"/>
                </a:solidFill>
              </a:rPr>
              <a:t>Autores</a:t>
            </a:r>
            <a:r>
              <a:rPr lang="en-US" noProof="0" dirty="0">
                <a:solidFill>
                  <a:srgbClr val="FFFFFF"/>
                </a:solidFill>
              </a:rPr>
              <a:t>: Miguel </a:t>
            </a:r>
            <a:r>
              <a:rPr lang="en-US" noProof="0" dirty="0" err="1">
                <a:solidFill>
                  <a:srgbClr val="FFFFFF"/>
                </a:solidFill>
              </a:rPr>
              <a:t>Pauzinho</a:t>
            </a:r>
            <a:r>
              <a:rPr lang="en-US" noProof="0" dirty="0">
                <a:solidFill>
                  <a:srgbClr val="FFFFFF"/>
                </a:solidFill>
              </a:rPr>
              <a:t> (27131) &amp; Francisco Soudo (14060)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pt-PT" noProof="0"/>
              <a:t>Introdução e Objetivo</a:t>
            </a:r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9972A47-621F-E608-7F1B-E46F71934C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562837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pt-PT" noProof="0" dirty="0"/>
              <a:t>Análise do Sistema: Perfis de Utilizador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pt-PT" sz="2000" noProof="0" dirty="0"/>
              <a:t>Não Autenticado: Acesso limitado, com possibilidade de consultar apenas a metrologia.</a:t>
            </a:r>
          </a:p>
          <a:p>
            <a:pPr>
              <a:defRPr sz="2000"/>
            </a:pPr>
            <a:r>
              <a:rPr lang="pt-PT" sz="2000" noProof="0" dirty="0"/>
              <a:t>Planeador (U1): Registo funcional com vista a criar itinerários e verificar clima.</a:t>
            </a:r>
          </a:p>
          <a:p>
            <a:pPr>
              <a:defRPr sz="2000"/>
            </a:pPr>
            <a:r>
              <a:rPr lang="pt-PT" sz="2000" noProof="0" dirty="0"/>
              <a:t>Gestor de Propriedades (U2): Utilizador direcionado à publicação e gestão de imóveis.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pt-PT" noProof="0" dirty="0"/>
              <a:t>Análise do Sistema: Tarefas Principais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65180C-5973-6D96-33FF-F05CD99C6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276296"/>
              </p:ext>
            </p:extLst>
          </p:nvPr>
        </p:nvGraphicFramePr>
        <p:xfrm>
          <a:off x="508397" y="2160588"/>
          <a:ext cx="6447234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81353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16638"/>
            <a:ext cx="2525519" cy="5224724"/>
          </a:xfrm>
        </p:spPr>
        <p:txBody>
          <a:bodyPr anchor="ctr">
            <a:normAutofit/>
          </a:bodyPr>
          <a:lstStyle/>
          <a:p>
            <a:r>
              <a:rPr lang="pt-PT" sz="2800" noProof="0"/>
              <a:t>Design e Prototipagem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816638"/>
            <a:ext cx="3464779" cy="522472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000"/>
            </a:pPr>
            <a:r>
              <a:rPr lang="pt-PT" sz="1700" noProof="0" dirty="0"/>
              <a:t>Estratégia Visual: Consistência UI/UX baseada em grandes referências.</a:t>
            </a:r>
          </a:p>
          <a:p>
            <a:pPr>
              <a:lnSpc>
                <a:spcPct val="90000"/>
              </a:lnSpc>
              <a:defRPr sz="2000"/>
            </a:pPr>
            <a:r>
              <a:rPr lang="pt-PT" sz="1700" noProof="0" dirty="0"/>
              <a:t>Evolução das Versões:</a:t>
            </a:r>
          </a:p>
          <a:p>
            <a:pPr lvl="1">
              <a:lnSpc>
                <a:spcPct val="90000"/>
              </a:lnSpc>
              <a:defRPr sz="2000"/>
            </a:pPr>
            <a:r>
              <a:rPr lang="pt-PT" sz="1700" noProof="0" dirty="0"/>
              <a:t>  </a:t>
            </a:r>
            <a:r>
              <a:rPr lang="pt-PT" sz="1700" noProof="0" dirty="0">
                <a:hlinkClick r:id="rId3" action="ppaction://hlinksldjump"/>
              </a:rPr>
              <a:t>Storyboard</a:t>
            </a:r>
            <a:r>
              <a:rPr lang="pt-PT" sz="1700" noProof="0" dirty="0"/>
              <a:t>: Esboços à mão de baixa fidelidade do caminho base.</a:t>
            </a:r>
          </a:p>
          <a:p>
            <a:pPr lvl="1">
              <a:lnSpc>
                <a:spcPct val="90000"/>
              </a:lnSpc>
              <a:defRPr sz="2000"/>
            </a:pPr>
            <a:r>
              <a:rPr lang="pt-PT" sz="1700" noProof="0" dirty="0"/>
              <a:t> </a:t>
            </a:r>
            <a:r>
              <a:rPr lang="pt-PT" sz="1700" noProof="0" dirty="0">
                <a:hlinkClick r:id="rId4" action="ppaction://hlinksldjump"/>
              </a:rPr>
              <a:t> Wireframes</a:t>
            </a:r>
            <a:r>
              <a:rPr lang="pt-PT" sz="1700" noProof="0" dirty="0"/>
              <a:t>: Interfaces modulares construídas na plataforma </a:t>
            </a:r>
            <a:r>
              <a:rPr lang="pt-PT" sz="1700" noProof="0" dirty="0" err="1"/>
              <a:t>Figma</a:t>
            </a:r>
            <a:r>
              <a:rPr lang="pt-PT" sz="1700" noProof="0" dirty="0"/>
              <a:t>.</a:t>
            </a:r>
          </a:p>
          <a:p>
            <a:pPr lvl="1">
              <a:lnSpc>
                <a:spcPct val="90000"/>
              </a:lnSpc>
              <a:defRPr sz="2000"/>
            </a:pPr>
            <a:r>
              <a:rPr lang="pt-PT" sz="1700" noProof="0" dirty="0"/>
              <a:t>  Protótipo Interativo: Código gerado em HTML para testes interativos de usabilidade.</a:t>
            </a:r>
          </a:p>
        </p:txBody>
      </p:sp>
      <p:sp>
        <p:nvSpPr>
          <p:cNvPr id="4" name="Botão de Ação: Obter Informações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680DE10F-FB46-FA69-2278-5DC9A25864C4}"/>
              </a:ext>
            </a:extLst>
          </p:cNvPr>
          <p:cNvSpPr/>
          <p:nvPr/>
        </p:nvSpPr>
        <p:spPr>
          <a:xfrm>
            <a:off x="8524374" y="6325273"/>
            <a:ext cx="533240" cy="474591"/>
          </a:xfrm>
          <a:prstGeom prst="actionButtonInformat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4533D-3F61-A35B-1BC4-D5749A23E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Storyboard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4EDE373A-5F66-6431-D825-E8395ABB3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645" y="2160588"/>
            <a:ext cx="5802323" cy="3881437"/>
          </a:xfrm>
          <a:prstGeom prst="rect">
            <a:avLst/>
          </a:prstGeom>
        </p:spPr>
      </p:pic>
      <p:sp>
        <p:nvSpPr>
          <p:cNvPr id="9" name="Botão de Ação: Ir Para o Início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E70B014-B3A6-3B29-38B3-1BA0E5251C70}"/>
              </a:ext>
            </a:extLst>
          </p:cNvPr>
          <p:cNvSpPr/>
          <p:nvPr/>
        </p:nvSpPr>
        <p:spPr>
          <a:xfrm>
            <a:off x="8482262" y="6346657"/>
            <a:ext cx="507011" cy="41914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87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C05E1-B434-DB6B-9791-8828F5DB3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Wireframes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BE204F-DA42-397F-755E-48A6B6B25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88" y="1304758"/>
            <a:ext cx="3375724" cy="334840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35030FA-BEF2-BDC0-9862-0F3EC97594A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985323" y="1304757"/>
            <a:ext cx="3376800" cy="33480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2A24D69-5905-B010-01D0-6FCEFF7A7A82}"/>
              </a:ext>
            </a:extLst>
          </p:cNvPr>
          <p:cNvSpPr txBox="1"/>
          <p:nvPr/>
        </p:nvSpPr>
        <p:spPr>
          <a:xfrm>
            <a:off x="812132" y="5354053"/>
            <a:ext cx="2055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hlinkClick r:id="rId5"/>
              </a:rPr>
              <a:t>Todo o </a:t>
            </a:r>
            <a:r>
              <a:rPr lang="pt-PT" dirty="0" err="1">
                <a:hlinkClick r:id="rId5"/>
              </a:rPr>
              <a:t>WireFrame</a:t>
            </a:r>
            <a:endParaRPr lang="pt-PT" dirty="0"/>
          </a:p>
        </p:txBody>
      </p:sp>
      <p:sp>
        <p:nvSpPr>
          <p:cNvPr id="13" name="Botão de Ação: Ir Para o Início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D66335E-22F5-7C5B-6316-7DC0E00AD263}"/>
              </a:ext>
            </a:extLst>
          </p:cNvPr>
          <p:cNvSpPr/>
          <p:nvPr/>
        </p:nvSpPr>
        <p:spPr>
          <a:xfrm>
            <a:off x="8482262" y="6346657"/>
            <a:ext cx="507011" cy="41914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139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pt-PT" noProof="0" dirty="0"/>
              <a:t>Avaliação de Usabilidade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08324D-5C8C-E3E1-72CB-1A3382D72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185074"/>
              </p:ext>
            </p:extLst>
          </p:nvPr>
        </p:nvGraphicFramePr>
        <p:xfrm>
          <a:off x="965201" y="1684421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647B3C0-AEE0-7049-D517-496E9965C2CF}"/>
              </a:ext>
            </a:extLst>
          </p:cNvPr>
          <p:cNvSpPr txBox="1"/>
          <p:nvPr/>
        </p:nvSpPr>
        <p:spPr>
          <a:xfrm>
            <a:off x="965199" y="6095818"/>
            <a:ext cx="1061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hlinkClick r:id="rId8"/>
              </a:rPr>
              <a:t>Exemplo</a:t>
            </a:r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16F1A-5D78-4402-81FF-31A98AFD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rPr lang="pt-PT" noProof="0" dirty="0"/>
              <a:t>Resultados da Avaliação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B2FB7F0-6A45-43E8-88A7-48E46E6D4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6BA9C607-662B-4FBB-A3F3-CF593AD73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A9234D-2451-A232-A5BA-2F3D653C49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920074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pt-PT" sz="3100" noProof="0"/>
              <a:t>Melhorias Identificadas (Redesenho)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pt-PT" sz="2000" noProof="0" dirty="0"/>
              <a:t>O Obstáculo da Tarefa T5:</a:t>
            </a:r>
          </a:p>
          <a:p>
            <a:pPr lvl="1">
              <a:defRPr sz="2000"/>
            </a:pPr>
            <a:r>
              <a:rPr lang="pt-PT" sz="2000" noProof="0" dirty="0"/>
              <a:t>  Ambiguidade visual perante os 2 botões existentes para adicionar alojamentos.</a:t>
            </a:r>
          </a:p>
          <a:p>
            <a:pPr>
              <a:defRPr sz="2000"/>
            </a:pPr>
            <a:r>
              <a:rPr lang="pt-PT" sz="2000" noProof="0" dirty="0"/>
              <a:t>Solução de Redesenho:</a:t>
            </a:r>
          </a:p>
          <a:p>
            <a:pPr lvl="1">
              <a:defRPr sz="2000"/>
            </a:pPr>
            <a:r>
              <a:rPr lang="pt-PT" sz="2000" noProof="0" dirty="0"/>
              <a:t>  Remoção progressiva dos botões duplicados resultantes em ambiguidade.</a:t>
            </a:r>
          </a:p>
          <a:p>
            <a:pPr lvl="1">
              <a:defRPr sz="2000"/>
            </a:pPr>
            <a:r>
              <a:rPr lang="pt-PT" sz="2000" noProof="0" dirty="0"/>
              <a:t>  Adoção de apenas uma única chamada 'Adicionar Imóvel' em destaque na listagem.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8C7BCF2-9254-495D-8120-F4C32A172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A300F88-100F-497A-94AF-634DA690B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FF989CC-A02B-4B8A-946E-E47729162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F3460194-35A9-4C0D-BB74-CA8B24E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CC31FCA4-2862-4AAF-8345-EF05E4E34E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6D40B2E4-0C94-4F89-B149-F9B0AB7A7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DB16AFCB-50B7-4346-ABC6-3A8C5D02D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8356DF69-976D-4483-99D0-DBBD1C054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5DDB3B9F-0EE7-417C-A3F1-D8F2F2C6F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A2CDDF67-D03A-4E88-8BF9-0B44B61A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8AA7EFCE-40F3-4772-874E-436BE0FA0B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609600"/>
            <a:ext cx="6447501" cy="1320800"/>
          </a:xfrm>
        </p:spPr>
        <p:txBody>
          <a:bodyPr>
            <a:normAutofit/>
          </a:bodyPr>
          <a:lstStyle/>
          <a:p>
            <a:r>
              <a:rPr lang="pt-PT" noProof="0" dirty="0"/>
              <a:t>O Papel da IA Generativa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6447501" cy="3880773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lang="pt-PT" sz="2000" noProof="0" dirty="0"/>
              <a:t>Apoio Restrito:</a:t>
            </a:r>
          </a:p>
          <a:p>
            <a:pPr lvl="1">
              <a:defRPr sz="2000"/>
            </a:pPr>
            <a:r>
              <a:rPr lang="pt-PT" sz="2000" noProof="0" dirty="0"/>
              <a:t>  O Claude encarregou-se exclusivamente de passar visualmente os layouts do </a:t>
            </a:r>
            <a:r>
              <a:rPr lang="pt-PT" sz="2000" noProof="0" dirty="0" err="1"/>
              <a:t>Figma</a:t>
            </a:r>
            <a:r>
              <a:rPr lang="pt-PT" sz="2000" noProof="0" dirty="0"/>
              <a:t> para HTML interativo e navegável.</a:t>
            </a:r>
          </a:p>
          <a:p>
            <a:pPr>
              <a:defRPr sz="2000"/>
            </a:pPr>
            <a:r>
              <a:rPr lang="pt-PT" sz="2000" noProof="0" dirty="0"/>
              <a:t>Autonomia Fundamental:</a:t>
            </a:r>
          </a:p>
          <a:p>
            <a:pPr lvl="1">
              <a:defRPr sz="2000"/>
            </a:pPr>
            <a:r>
              <a:rPr lang="pt-PT" sz="2000" noProof="0" dirty="0"/>
              <a:t>  Todo o design UI/UX, criação de lógicas, análise dos testes e tomada de decisões não teve qualquer interferência de Inteligência Artificial.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pt-PT" noProof="0" dirty="0"/>
              <a:t>Conclusão e Próximos Passos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pt-PT" sz="2000" noProof="0" dirty="0"/>
              <a:t>Conclusão da Fase 1:</a:t>
            </a:r>
          </a:p>
          <a:p>
            <a:pPr lvl="1">
              <a:defRPr sz="2000"/>
            </a:pPr>
            <a:r>
              <a:rPr lang="pt-PT" sz="2000" noProof="0" dirty="0"/>
              <a:t>  Enorme solidez e aprovação final comprovada por testes exaustivos ao projeto inicial.</a:t>
            </a:r>
          </a:p>
          <a:p>
            <a:pPr>
              <a:defRPr sz="2000"/>
            </a:pPr>
            <a:r>
              <a:rPr lang="pt-PT" sz="2000" noProof="0" dirty="0"/>
              <a:t>Tarefas da Fase 2:</a:t>
            </a:r>
          </a:p>
          <a:p>
            <a:pPr lvl="1">
              <a:defRPr sz="2000"/>
            </a:pPr>
            <a:r>
              <a:rPr lang="pt-PT" sz="2000" noProof="0" dirty="0"/>
              <a:t>  Fase de implementação final das diretrizes do protótipo em código.</a:t>
            </a:r>
          </a:p>
          <a:p>
            <a:pPr lvl="1">
              <a:defRPr sz="2000"/>
            </a:pPr>
            <a:r>
              <a:rPr lang="pt-PT" sz="2000" noProof="0" dirty="0"/>
              <a:t>  Acoplamento lógico com JavaScript puro, integrando a Open-</a:t>
            </a:r>
            <a:r>
              <a:rPr lang="pt-PT" sz="2000" noProof="0" dirty="0" err="1"/>
              <a:t>Meteo</a:t>
            </a:r>
            <a:r>
              <a:rPr lang="pt-PT" sz="2000" noProof="0" dirty="0"/>
              <a:t> API e simulação com JSON Server.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</TotalTime>
  <Words>950</Words>
  <Application>Microsoft Office PowerPoint</Application>
  <PresentationFormat>Apresentação no Ecrã (4:3)</PresentationFormat>
  <Paragraphs>80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7" baseType="lpstr">
      <vt:lpstr>Aptos</vt:lpstr>
      <vt:lpstr>Arial</vt:lpstr>
      <vt:lpstr>Trebuchet MS</vt:lpstr>
      <vt:lpstr>Wingdings 3</vt:lpstr>
      <vt:lpstr>Faceta</vt:lpstr>
      <vt:lpstr>Projeto Escapadinhas (Fase 1)</vt:lpstr>
      <vt:lpstr>Introdução e Objetivo</vt:lpstr>
      <vt:lpstr>Análise do Sistema: Perfis de Utilizador</vt:lpstr>
      <vt:lpstr>Análise do Sistema: Tarefas Principais</vt:lpstr>
      <vt:lpstr>Design e Prototipagem</vt:lpstr>
      <vt:lpstr>Storyboard</vt:lpstr>
      <vt:lpstr>Wireframes</vt:lpstr>
      <vt:lpstr>Avaliação de Usabilidade</vt:lpstr>
      <vt:lpstr>Resultados da Avaliação</vt:lpstr>
      <vt:lpstr>Melhorias Identificadas (Redesenho)</vt:lpstr>
      <vt:lpstr>O Papel da IA Generativa</vt:lpstr>
      <vt:lpstr>Conclusão e Próximos Passos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Manuel Baião Soudo</cp:lastModifiedBy>
  <cp:revision>1</cp:revision>
  <dcterms:created xsi:type="dcterms:W3CDTF">2013-01-27T09:14:16Z</dcterms:created>
  <dcterms:modified xsi:type="dcterms:W3CDTF">2026-04-21T13:57:09Z</dcterms:modified>
  <cp:category/>
</cp:coreProperties>
</file>